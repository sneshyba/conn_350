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1881" r:id="rId2"/>
    <p:sldId id="2001" r:id="rId3"/>
    <p:sldId id="2003" r:id="rId4"/>
    <p:sldId id="2004" r:id="rId5"/>
    <p:sldId id="2005" r:id="rId6"/>
    <p:sldId id="2000" r:id="rId7"/>
    <p:sldId id="1992" r:id="rId8"/>
    <p:sldId id="1993" r:id="rId9"/>
    <p:sldId id="19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952"/>
  </p:normalViewPr>
  <p:slideViewPr>
    <p:cSldViewPr snapToGrid="0" showGuides="1">
      <p:cViewPr varScale="1">
        <p:scale>
          <a:sx n="112" d="100"/>
          <a:sy n="112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D15BC5-E43D-4545-A76F-2FAF308F1A7E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0BD99-7F21-3945-8040-1E6862C8F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520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57FB-BBF6-CCA2-6C83-C6A48E875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A74E2-E5CD-9A68-EFEF-44A1E7CB5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6AF3F-D46B-2767-BD21-9017CA02F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D8F25-7291-781D-7958-823D7383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2CC2D-D2B4-61DD-68E7-1EAA6AEC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6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620A4-40BC-BA12-D24D-F874DC821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68D11-EA8E-7244-85FA-070463196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A670F-FC0A-2AD5-E811-A89DE199F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4C0B0-38D0-33A2-DCFB-1E1446964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A878F-4345-2D62-FA43-4823D005A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28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7144-72EC-1AF7-1632-301E89D5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A829F-BB95-3D13-0179-D5E8EF7A3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96B8C-D104-D2FD-86F0-FFE7939A0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6579E-8AB5-2C6D-D260-248C33F5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BBD75-A861-75D0-DB90-791D421F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5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AABB-87C0-08A4-32C1-0D7D86E6D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3F8B6-EF34-0D9A-8A9F-7DEDB69C5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A7954-EB4F-B45D-CEF4-B16255403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3EF2E-5609-57A5-92FB-780FE6B29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E960C-8935-6BA2-486B-A6DF21EBD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ED159-9100-5D6A-179C-2BC3972E6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5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E105E-F0AD-5F46-BA16-8F83A9F3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B4289-86CD-8154-ABC1-F9A834631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216D6-989D-9032-CE11-D7341D48D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E03C18-0F19-0CA9-D8D4-00F6052BC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7DE7B2-4267-6DA4-8E47-9A417191C0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F9C7ED-9A57-FA19-2C35-E0A540702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FBF23-17FD-BDC0-E81E-7B9769271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3D8A5D-B253-6D84-CA73-C6D83E75C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57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0D4CE-E1B0-005C-6BA6-C059946E5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3B85C-8914-7982-3674-FFD81C7A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D3A62-BF03-BCF3-0312-9D472810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7628C-FD79-55C3-930E-D33D6CA2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50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9B720E-B3FE-E03D-9DD2-9ECE84FC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3EEFC-9B16-69EB-9D05-EBAD13159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1584-2588-8C14-F002-DC278D58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57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326E8-AC55-C411-0F19-5A9C1D28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64321-0293-0B67-47BC-1033F6B82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288A1-3C7A-C3DD-4122-3B77F4F70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0014C-8282-9E6F-9AE1-7CD7CF7A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9737B-C3BA-3400-805F-A9A71DB38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4918B-FB01-F614-CAA3-C9F552F6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3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91422-AE0D-E03F-11EB-8482EDC16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155F08-222A-0088-F049-1A8C784BD1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8BD72-DE52-4231-58FB-E4B506593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9D52E-B468-E628-3B19-A81FECAE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EBEE7-9402-4094-D690-BDEC51304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0A56E-F20D-2486-093E-C744D50C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15E28-7E41-ABCB-7F88-34DED2A6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39977-0111-2A58-69F7-A3559D480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CE641-A2D0-D234-76D0-D7CA80F55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3AD21-41FA-E168-9EFE-F52309723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A88B2-A3E4-8B87-9B95-507913A9D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59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A8996A-573C-A427-7B93-22B6A4CCE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D98C1-2E46-A39A-A7D3-8155B246F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D7393-9415-1BCE-27A5-7856A523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3F337-B390-A977-1AE1-C262321C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8C897-E189-5C26-759E-289CC2B67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93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56CD9F-48CE-94CC-FAE5-9F9840871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76CBD-9B0D-B3B1-CE7F-4E9300239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7127B-0A34-59C6-3FE5-1A33B888F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A6D31-391B-7D48-9EAA-1C0849DA31E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B0902-BFD6-2BA0-2BC5-154BCCE70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40D84-DE59-E522-2A58-3541C1C23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04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19221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About Cambio 1.0: you’ll need an emissions scenario</a:t>
            </a:r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F8DA6C62-5280-CAF8-7D00-E3035ACC7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534" y="2797332"/>
            <a:ext cx="4961106" cy="330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D05EA86-859B-330D-6EE6-50AB8EC0B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94" y="2282713"/>
            <a:ext cx="6662440" cy="433664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9D4CA78-4F2E-4881-5FDE-C92390AFD86F}"/>
              </a:ext>
            </a:extLst>
          </p:cNvPr>
          <p:cNvSpPr txBox="1"/>
          <p:nvPr/>
        </p:nvSpPr>
        <p:spPr>
          <a:xfrm>
            <a:off x="876018" y="2808425"/>
            <a:ext cx="2857782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this scenario, anthropogenic missions peak in the year 2040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B4F6B-B82D-8D1A-B4BE-067D8DB05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018" y="897640"/>
            <a:ext cx="10241855" cy="79901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65653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3040380" cy="23083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You’ll also need to set up an Euler loop that calculates changes to carbon in the atmosphere &amp; ocean at each time step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870430-F0FD-2CE3-4B3A-529EF8A71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68580"/>
            <a:ext cx="8286750" cy="671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63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58D175-5B61-B82D-7091-F0CE3D73D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68580"/>
            <a:ext cx="8286750" cy="67189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3040380" cy="23083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You’ll also need to set up an Euler loop that calculates changes to carbon in the atmosphere &amp; ocean at each time step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C99E8497-B758-5600-0281-B0ABBFF0CE89}"/>
              </a:ext>
            </a:extLst>
          </p:cNvPr>
          <p:cNvSpPr/>
          <p:nvPr/>
        </p:nvSpPr>
        <p:spPr>
          <a:xfrm>
            <a:off x="3143250" y="5417820"/>
            <a:ext cx="320040" cy="137159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59CAFA-02BB-6C5D-D8D8-45422E5623BD}"/>
              </a:ext>
            </a:extLst>
          </p:cNvPr>
          <p:cNvSpPr txBox="1"/>
          <p:nvPr/>
        </p:nvSpPr>
        <p:spPr>
          <a:xfrm>
            <a:off x="0" y="5375939"/>
            <a:ext cx="33261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This keeps track of the changes so you can graph them (Graph #1 and #2)</a:t>
            </a:r>
          </a:p>
        </p:txBody>
      </p:sp>
    </p:spTree>
    <p:extLst>
      <p:ext uri="{BB962C8B-B14F-4D97-AF65-F5344CB8AC3E}">
        <p14:creationId xmlns:p14="http://schemas.microsoft.com/office/powerpoint/2010/main" val="503677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make some progress on this!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2445D7-8883-8593-9E40-C9417EF6E5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248"/>
          <a:stretch/>
        </p:blipFill>
        <p:spPr>
          <a:xfrm>
            <a:off x="156851" y="841250"/>
            <a:ext cx="10196037" cy="15071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440A54-D8CD-E7BC-6536-A894DE7F1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51" y="2739585"/>
            <a:ext cx="3664102" cy="28625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6CAE46-30AF-9BFD-F0A4-2DD1DAD3D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190" y="2994659"/>
            <a:ext cx="7852537" cy="120943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2200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make some progress on this!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2445D7-8883-8593-9E40-C9417EF6E5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248"/>
          <a:stretch/>
        </p:blipFill>
        <p:spPr>
          <a:xfrm>
            <a:off x="156851" y="841250"/>
            <a:ext cx="10196037" cy="15071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440A54-D8CD-E7BC-6536-A894DE7F1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51" y="2739585"/>
            <a:ext cx="3664102" cy="28625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6CAE46-30AF-9BFD-F0A4-2DD1DAD3D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190" y="2994659"/>
            <a:ext cx="7852537" cy="12094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FCB5FC2-6557-3D3C-DEB9-E7AD2FA3FAE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71" t="36406"/>
          <a:stretch/>
        </p:blipFill>
        <p:spPr>
          <a:xfrm>
            <a:off x="4060190" y="4640580"/>
            <a:ext cx="7839124" cy="7086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70180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19221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 preview of Cambio 1.0 results: Graph #1 (Carbon timelines)</a:t>
            </a:r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F8DA6C62-5280-CAF8-7D00-E3035ACC7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070" y="1621920"/>
            <a:ext cx="4961106" cy="330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5BA79D-1A92-440A-21F9-A3B10B358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83043"/>
            <a:ext cx="6961070" cy="46536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3A0506-0D7C-EAA6-5FDB-95157A39E970}"/>
              </a:ext>
            </a:extLst>
          </p:cNvPr>
          <p:cNvSpPr txBox="1"/>
          <p:nvPr/>
        </p:nvSpPr>
        <p:spPr>
          <a:xfrm>
            <a:off x="9527822" y="1738489"/>
            <a:ext cx="231422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Atmosphere: 590 GtC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FE77DF-4AD3-7F85-C075-EA331020652A}"/>
              </a:ext>
            </a:extLst>
          </p:cNvPr>
          <p:cNvSpPr txBox="1"/>
          <p:nvPr/>
        </p:nvSpPr>
        <p:spPr>
          <a:xfrm>
            <a:off x="9527822" y="3268076"/>
            <a:ext cx="231422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Oceans: 411 GtC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31512CE-6E06-AC66-1CD6-2E7CCC170066}"/>
              </a:ext>
            </a:extLst>
          </p:cNvPr>
          <p:cNvSpPr/>
          <p:nvPr/>
        </p:nvSpPr>
        <p:spPr>
          <a:xfrm>
            <a:off x="575733" y="3874770"/>
            <a:ext cx="544407" cy="1464874"/>
          </a:xfrm>
          <a:prstGeom prst="ellipse">
            <a:avLst/>
          </a:prstGeom>
          <a:solidFill>
            <a:schemeClr val="tx1">
              <a:alpha val="2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BD0AAE-823A-CD16-1435-8FB25F233479}"/>
              </a:ext>
            </a:extLst>
          </p:cNvPr>
          <p:cNvSpPr txBox="1"/>
          <p:nvPr/>
        </p:nvSpPr>
        <p:spPr>
          <a:xfrm>
            <a:off x="0" y="5781292"/>
            <a:ext cx="1890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Pre-industrial times</a:t>
            </a:r>
          </a:p>
        </p:txBody>
      </p:sp>
    </p:spTree>
    <p:extLst>
      <p:ext uri="{BB962C8B-B14F-4D97-AF65-F5344CB8AC3E}">
        <p14:creationId xmlns:p14="http://schemas.microsoft.com/office/powerpoint/2010/main" val="1188278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19221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 preview of Cambio 1.0 results: Graph #1 (Carbon timelines)</a:t>
            </a:r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F8DA6C62-5280-CAF8-7D00-E3035ACC7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070" y="1621920"/>
            <a:ext cx="4961106" cy="330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5BA79D-1A92-440A-21F9-A3B10B358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83043"/>
            <a:ext cx="6961070" cy="46536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3A0506-0D7C-EAA6-5FDB-95157A39E970}"/>
              </a:ext>
            </a:extLst>
          </p:cNvPr>
          <p:cNvSpPr txBox="1"/>
          <p:nvPr/>
        </p:nvSpPr>
        <p:spPr>
          <a:xfrm>
            <a:off x="9527822" y="1738489"/>
            <a:ext cx="231422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Atmosphere: 800 GtC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FE77DF-4AD3-7F85-C075-EA331020652A}"/>
              </a:ext>
            </a:extLst>
          </p:cNvPr>
          <p:cNvSpPr txBox="1"/>
          <p:nvPr/>
        </p:nvSpPr>
        <p:spPr>
          <a:xfrm>
            <a:off x="9527822" y="3268076"/>
            <a:ext cx="231422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Oceans: 544 GtC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31512CE-6E06-AC66-1CD6-2E7CCC170066}"/>
              </a:ext>
            </a:extLst>
          </p:cNvPr>
          <p:cNvSpPr/>
          <p:nvPr/>
        </p:nvSpPr>
        <p:spPr>
          <a:xfrm>
            <a:off x="4129030" y="2601624"/>
            <a:ext cx="575733" cy="2071568"/>
          </a:xfrm>
          <a:prstGeom prst="ellipse">
            <a:avLst/>
          </a:prstGeom>
          <a:solidFill>
            <a:schemeClr val="tx1">
              <a:alpha val="2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634F7-8D4D-4AC7-10D3-FB8406E165F2}"/>
              </a:ext>
            </a:extLst>
          </p:cNvPr>
          <p:cNvSpPr txBox="1"/>
          <p:nvPr/>
        </p:nvSpPr>
        <p:spPr>
          <a:xfrm>
            <a:off x="3471450" y="5914041"/>
            <a:ext cx="1890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2003</a:t>
            </a:r>
          </a:p>
        </p:txBody>
      </p:sp>
    </p:spTree>
    <p:extLst>
      <p:ext uri="{BB962C8B-B14F-4D97-AF65-F5344CB8AC3E}">
        <p14:creationId xmlns:p14="http://schemas.microsoft.com/office/powerpoint/2010/main" val="3581284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19221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 preview of Cambio 1.0 results: Graph #1 (Carbon timelines)</a:t>
            </a:r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F8DA6C62-5280-CAF8-7D00-E3035ACC7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070" y="1621920"/>
            <a:ext cx="4961106" cy="330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5BA79D-1A92-440A-21F9-A3B10B358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83043"/>
            <a:ext cx="6961070" cy="46536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3A0506-0D7C-EAA6-5FDB-95157A39E970}"/>
              </a:ext>
            </a:extLst>
          </p:cNvPr>
          <p:cNvSpPr txBox="1"/>
          <p:nvPr/>
        </p:nvSpPr>
        <p:spPr>
          <a:xfrm>
            <a:off x="9527822" y="1738489"/>
            <a:ext cx="231422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Atmosphere: 922 GtC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FE77DF-4AD3-7F85-C075-EA331020652A}"/>
              </a:ext>
            </a:extLst>
          </p:cNvPr>
          <p:cNvSpPr txBox="1"/>
          <p:nvPr/>
        </p:nvSpPr>
        <p:spPr>
          <a:xfrm>
            <a:off x="9527822" y="3268076"/>
            <a:ext cx="231422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Oceans: 621 GtC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31512CE-6E06-AC66-1CD6-2E7CCC170066}"/>
              </a:ext>
            </a:extLst>
          </p:cNvPr>
          <p:cNvSpPr/>
          <p:nvPr/>
        </p:nvSpPr>
        <p:spPr>
          <a:xfrm>
            <a:off x="4495920" y="2048554"/>
            <a:ext cx="575733" cy="2071568"/>
          </a:xfrm>
          <a:prstGeom prst="ellipse">
            <a:avLst/>
          </a:prstGeom>
          <a:solidFill>
            <a:schemeClr val="tx1">
              <a:alpha val="2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B533F1-1278-73B4-CB4E-0F6CD67B6D00}"/>
              </a:ext>
            </a:extLst>
          </p:cNvPr>
          <p:cNvSpPr txBox="1"/>
          <p:nvPr/>
        </p:nvSpPr>
        <p:spPr>
          <a:xfrm>
            <a:off x="3084259" y="5657671"/>
            <a:ext cx="33990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2040 was the year emissions peaked in this scenario</a:t>
            </a:r>
          </a:p>
        </p:txBody>
      </p:sp>
    </p:spTree>
    <p:extLst>
      <p:ext uri="{BB962C8B-B14F-4D97-AF65-F5344CB8AC3E}">
        <p14:creationId xmlns:p14="http://schemas.microsoft.com/office/powerpoint/2010/main" val="1905057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19221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 preview of Cambio 1.0 results: Graph #1 (Carbon timelines)</a:t>
            </a:r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F8DA6C62-5280-CAF8-7D00-E3035ACC7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070" y="1621920"/>
            <a:ext cx="4961106" cy="330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5BA79D-1A92-440A-21F9-A3B10B358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83043"/>
            <a:ext cx="6961070" cy="46536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3A0506-0D7C-EAA6-5FDB-95157A39E970}"/>
              </a:ext>
            </a:extLst>
          </p:cNvPr>
          <p:cNvSpPr txBox="1"/>
          <p:nvPr/>
        </p:nvSpPr>
        <p:spPr>
          <a:xfrm>
            <a:off x="9527822" y="1738489"/>
            <a:ext cx="231422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Atmosphere: 1020 GtC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FE77DF-4AD3-7F85-C075-EA331020652A}"/>
              </a:ext>
            </a:extLst>
          </p:cNvPr>
          <p:cNvSpPr txBox="1"/>
          <p:nvPr/>
        </p:nvSpPr>
        <p:spPr>
          <a:xfrm>
            <a:off x="9527822" y="3268076"/>
            <a:ext cx="231422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Oceans: 700 GtC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31512CE-6E06-AC66-1CD6-2E7CCC170066}"/>
              </a:ext>
            </a:extLst>
          </p:cNvPr>
          <p:cNvSpPr/>
          <p:nvPr/>
        </p:nvSpPr>
        <p:spPr>
          <a:xfrm>
            <a:off x="4839495" y="1312904"/>
            <a:ext cx="575733" cy="2585995"/>
          </a:xfrm>
          <a:prstGeom prst="ellipse">
            <a:avLst/>
          </a:prstGeom>
          <a:solidFill>
            <a:schemeClr val="tx1">
              <a:alpha val="2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B533F1-1278-73B4-CB4E-0F6CD67B6D00}"/>
                  </a:ext>
                </a:extLst>
              </p:cNvPr>
              <p:cNvSpPr txBox="1"/>
              <p:nvPr/>
            </p:nvSpPr>
            <p:spPr>
              <a:xfrm>
                <a:off x="2507793" y="5753780"/>
                <a:ext cx="573323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𝑎𝑡𝑚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𝑜𝑐𝑒𝑎𝑛</m:t>
                        </m:r>
                      </m:sub>
                    </m:sSub>
                  </m:oMath>
                </a14:m>
                <a:r>
                  <a:rPr lang="en-US" sz="2400" dirty="0"/>
                  <a:t> peak 15 years later!</a:t>
                </a:r>
              </a:p>
              <a:p>
                <a:pPr algn="ctr"/>
                <a:r>
                  <a:rPr lang="en-US" sz="2400" dirty="0"/>
                  <a:t>(We’ll talk about why on Friday)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B533F1-1278-73B4-CB4E-0F6CD67B6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793" y="5753780"/>
                <a:ext cx="5733237" cy="830997"/>
              </a:xfrm>
              <a:prstGeom prst="rect">
                <a:avLst/>
              </a:prstGeom>
              <a:blipFill>
                <a:blip r:embed="rId4"/>
                <a:stretch>
                  <a:fillRect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3606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219</Words>
  <Application>Microsoft Macintosh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65</cp:revision>
  <dcterms:created xsi:type="dcterms:W3CDTF">2023-10-01T17:24:28Z</dcterms:created>
  <dcterms:modified xsi:type="dcterms:W3CDTF">2026-02-25T02:24:52Z</dcterms:modified>
</cp:coreProperties>
</file>