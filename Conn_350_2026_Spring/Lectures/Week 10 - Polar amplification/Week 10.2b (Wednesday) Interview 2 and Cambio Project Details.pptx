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852bfi4ikKEV1w+n4iDJYKjyY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2558676c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d2558676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2558676cd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2558676c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2558676c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2558676c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7.jp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7.jp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7.jp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2558676cd_0_0"/>
          <p:cNvSpPr txBox="1"/>
          <p:nvPr/>
        </p:nvSpPr>
        <p:spPr>
          <a:xfrm>
            <a:off x="0" y="0"/>
            <a:ext cx="12192000" cy="63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Interview 2 Details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2558676cd_0_0"/>
          <p:cNvSpPr txBox="1"/>
          <p:nvPr/>
        </p:nvSpPr>
        <p:spPr>
          <a:xfrm>
            <a:off x="45150" y="739414"/>
            <a:ext cx="12192000" cy="6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 will be identical to Interview 1 (similar number of questions over one hour)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either: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no action and your Interview 1 score will automatically rollover into your Interview 2 grade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 into take Interview 2 during finals week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Interview 1 is worth 25% of the total interview grade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Interview 2 is worth 75% of the total interview grade (rewarding improvement)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Interviews are with 20% of your total course grade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will be an additional Kahoot with the opportunity for an automatic 100%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2558676cd_0_9"/>
          <p:cNvSpPr txBox="1"/>
          <p:nvPr/>
        </p:nvSpPr>
        <p:spPr>
          <a:xfrm>
            <a:off x="0" y="0"/>
            <a:ext cx="12192000" cy="63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Group Project Details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2558676cd_0_9"/>
          <p:cNvSpPr txBox="1"/>
          <p:nvPr/>
        </p:nvSpPr>
        <p:spPr>
          <a:xfrm>
            <a:off x="45150" y="626525"/>
            <a:ext cx="12192000" cy="6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size: 3 (self chosen)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Presentation length: 10 minutes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When: Weeks 14 and 15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your three person groups and communicate those group members to Joel and Steven (1 point)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 your group project idea through an ~two paragraph project proposal via Canvas submission: what you would like to test/model with ideas for implementation and planned division of labor (4 points)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 up for and participate in a 20-minute group meeting with Joel and Steven to refine project ideas and process (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points)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presentation: group roles, methods, results, interpretation, and connection to KNOW content (40 points, 20 pts for presentation and 20 points for quality of project work)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rubric and full details will be posted later this week on Canvas (including dates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730" l="-832" r="0" t="-81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raft diagram of the carbon cycle."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930" y="1610659"/>
            <a:ext cx="5455023" cy="363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1" y="1113744"/>
            <a:ext cx="5691072" cy="4269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309" y="5699929"/>
            <a:ext cx="9698107" cy="69640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16925" y="19750"/>
            <a:ext cx="12192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ideas: What is the intergenerational debt associated with a longer delay?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raft diagram of the carbon cycle."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930" y="1610659"/>
            <a:ext cx="5455023" cy="363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930" y="5596507"/>
            <a:ext cx="11353114" cy="79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5286" y="1005092"/>
            <a:ext cx="5455023" cy="4092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730" l="-832" r="0" t="-81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raft diagram of the carbon cycle.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930" y="1610659"/>
            <a:ext cx="5455023" cy="363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929" y="5675801"/>
            <a:ext cx="10705031" cy="709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2049" y="890125"/>
            <a:ext cx="5648643" cy="4237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730" l="-832" r="0" t="-81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raft diagram of the carbon cycle."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930" y="1610659"/>
            <a:ext cx="5455023" cy="363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0" y="1786373"/>
            <a:ext cx="6088380" cy="326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4930" y="5476334"/>
            <a:ext cx="11330814" cy="69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2558676cd_0_14"/>
          <p:cNvSpPr txBox="1"/>
          <p:nvPr/>
        </p:nvSpPr>
        <p:spPr>
          <a:xfrm>
            <a:off x="0" y="-1"/>
            <a:ext cx="7253154" cy="10821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version of Cambio has a lot of uncertainty in its parameterization, that you could explore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d2558676cd_0_14"/>
          <p:cNvSpPr txBox="1"/>
          <p:nvPr/>
        </p:nvSpPr>
        <p:spPr>
          <a:xfrm>
            <a:off x="137525" y="1417723"/>
            <a:ext cx="743551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van’t Hoff feedback strength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(Cambio 2.0) … there’s no tipping point (it’s a linear feedback), but what if we have the feedback strength (“DC”) wrong? </a:t>
            </a:r>
            <a:endParaRPr/>
          </a:p>
        </p:txBody>
      </p:sp>
      <p:grpSp>
        <p:nvGrpSpPr>
          <p:cNvPr id="131" name="Google Shape;131;g3d2558676cd_0_14"/>
          <p:cNvGrpSpPr/>
          <p:nvPr/>
        </p:nvGrpSpPr>
        <p:grpSpPr>
          <a:xfrm>
            <a:off x="8085221" y="867261"/>
            <a:ext cx="2430380" cy="1759133"/>
            <a:chOff x="371474" y="1402078"/>
            <a:chExt cx="6400801" cy="4260533"/>
          </a:xfrm>
        </p:grpSpPr>
        <p:grpSp>
          <p:nvGrpSpPr>
            <p:cNvPr id="132" name="Google Shape;132;g3d2558676cd_0_14"/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33" name="Google Shape;133;g3d2558676cd_0_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134" name="Google Shape;134;g3d2558676cd_0_14"/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>
                  <a:gd fmla="val 50000" name="adj1"/>
                  <a:gd fmla="val 50000" name="adj2"/>
                </a:avLst>
              </a:prstGeom>
              <a:solidFill>
                <a:schemeClr val="accent2"/>
              </a:solidFill>
              <a:ln cap="flat" cmpd="sng" w="127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g3d2558676cd_0_14"/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>
                  <a:gd fmla="val 50000" name="adj1"/>
                  <a:gd fmla="val 50000" name="adj2"/>
                </a:avLst>
              </a:prstGeom>
              <a:solidFill>
                <a:schemeClr val="accent2"/>
              </a:solidFill>
              <a:ln cap="flat" cmpd="sng" w="127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" name="Google Shape;136;g3d2558676cd_0_14"/>
            <p:cNvSpPr txBox="1"/>
            <p:nvPr/>
          </p:nvSpPr>
          <p:spPr>
            <a:xfrm>
              <a:off x="770374" y="3923270"/>
              <a:ext cx="2595559" cy="162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Cold ocean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3d2558676cd_0_14"/>
            <p:cNvSpPr txBox="1"/>
            <p:nvPr/>
          </p:nvSpPr>
          <p:spPr>
            <a:xfrm>
              <a:off x="3018545" y="3929063"/>
              <a:ext cx="2812191" cy="162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Warm ocean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8" name="Google Shape;138;g3d2558676cd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4821" y="2644091"/>
            <a:ext cx="2952591" cy="22155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d2558676cd_0_14"/>
          <p:cNvSpPr txBox="1"/>
          <p:nvPr/>
        </p:nvSpPr>
        <p:spPr>
          <a:xfrm>
            <a:off x="96250" y="4668280"/>
            <a:ext cx="743551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fertilization feedback inhibition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(Cambio 4.0) … big uncertainties in the tipping point temperature, etc., the reduction in the CO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fertilization will be.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3d2558676cd_0_14"/>
          <p:cNvSpPr txBox="1"/>
          <p:nvPr/>
        </p:nvSpPr>
        <p:spPr>
          <a:xfrm>
            <a:off x="96251" y="3013501"/>
            <a:ext cx="743551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Ice-albedo feedback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(Cambio 3.0) … there are big uncertainties in the tipping point temperature, abruptness, how extreme the reduction in albedo will be.</a:t>
            </a:r>
            <a:endParaRPr/>
          </a:p>
        </p:txBody>
      </p:sp>
      <p:sp>
        <p:nvSpPr>
          <p:cNvPr id="141" name="Google Shape;141;g3d2558676cd_0_14"/>
          <p:cNvSpPr txBox="1"/>
          <p:nvPr/>
        </p:nvSpPr>
        <p:spPr>
          <a:xfrm>
            <a:off x="1767495" y="5992296"/>
            <a:ext cx="4211054" cy="49128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756" l="0" r="-898" t="0"/>
            </a:stretch>
          </a:blip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142" name="Google Shape;142;g3d2558676cd_0_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3042" y="4937235"/>
            <a:ext cx="2851463" cy="176063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d2558676cd_0_14"/>
          <p:cNvSpPr txBox="1"/>
          <p:nvPr/>
        </p:nvSpPr>
        <p:spPr>
          <a:xfrm>
            <a:off x="9258096" y="2959484"/>
            <a:ext cx="2712600" cy="708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4035" l="-2336" r="0" t="-35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4" name="Google Shape;144;g3d2558676cd_0_14"/>
          <p:cNvSpPr txBox="1"/>
          <p:nvPr/>
        </p:nvSpPr>
        <p:spPr>
          <a:xfrm>
            <a:off x="8978183" y="5434711"/>
            <a:ext cx="2952590" cy="70788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6071" l="-2575" r="-2575" t="-53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/>
        </p:nvSpPr>
        <p:spPr>
          <a:xfrm>
            <a:off x="0" y="0"/>
            <a:ext cx="12192000" cy="6256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some past project titles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86" y="775806"/>
            <a:ext cx="4114457" cy="1610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414242"/>
            <a:ext cx="5344886" cy="1497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743" y="3993469"/>
            <a:ext cx="7772400" cy="1098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5142" y="829383"/>
            <a:ext cx="6019800" cy="150326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7884" y="2418295"/>
            <a:ext cx="5315838" cy="13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0319" y="4034023"/>
            <a:ext cx="3483403" cy="255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41714" y="5170428"/>
            <a:ext cx="4354286" cy="1444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/>
        </p:nvSpPr>
        <p:spPr>
          <a:xfrm>
            <a:off x="0" y="0"/>
            <a:ext cx="12192000" cy="63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project ideas: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45150" y="626525"/>
            <a:ext cx="12192000" cy="6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 level rise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Ocean acidification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Carbon capture technologies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sink enhancement/degradation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Ice sheet melt event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changes in albedo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Needed changes to hit historic climate sensitivity (°C/2x CO</a:t>
            </a:r>
            <a:r>
              <a:rPr b="0" baseline="-2500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Massive tree planting effort effects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2025-11-03T02:44:24Z</dcterms:created>
  <dc:creator>Steven</dc:creator>
</cp:coreProperties>
</file>