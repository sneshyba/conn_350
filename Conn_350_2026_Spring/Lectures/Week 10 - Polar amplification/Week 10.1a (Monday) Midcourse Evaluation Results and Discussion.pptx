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zy1V6KvJDqh6Nd0B36p+YTFfA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1cd6169b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1cd616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1921ed82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d1921ed821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1921ed82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d1921ed821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cd6169b9_0_0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Stop, Start, Continue Midcourse Evaluation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Midcourse 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00" y="771875"/>
            <a:ext cx="12192000" cy="6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Start, Stop, Continue Midcourse Evaluation Results (24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respondents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-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*Only responses that came up multiple times are shown</a:t>
            </a:r>
            <a:endParaRPr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time,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activities, and background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Python during lecture (4/24)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build in additional structure in lecture prior to in-class work sessions and connect lectures more directly to assignments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KNOW/humanities content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12 will be our second week fully dedicated to KNOW content, stay tuned!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final project details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Coming up on Wednesday (03/25) in addition to Interview 2 details!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1921ed821_1_6"/>
          <p:cNvSpPr txBox="1"/>
          <p:nvPr/>
        </p:nvSpPr>
        <p:spPr>
          <a:xfrm>
            <a:off x="0" y="0"/>
            <a:ext cx="121920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Midcourse 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d1921ed821_1_6"/>
          <p:cNvSpPr txBox="1"/>
          <p:nvPr/>
        </p:nvSpPr>
        <p:spPr>
          <a:xfrm>
            <a:off x="100" y="771875"/>
            <a:ext cx="12192000" cy="6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Start, Stop, Continue Midcourse Evaluation Results (24 respondents) -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*Only responses that came up multiple times are shown</a:t>
            </a:r>
            <a:endParaRPr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too quickly through lecture content (especially Python) (3/24)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be intentional about pacing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Stop having weekend due dates (3/24)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○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Weekend due dates are currently in place to provide time after Friday instruction to work on assignments while providing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the next week. Vote: Change Saturday deadlines to Fridays?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 response (compliment) or N/A (13/24)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921ed821_1_11"/>
          <p:cNvSpPr txBox="1"/>
          <p:nvPr/>
        </p:nvSpPr>
        <p:spPr>
          <a:xfrm>
            <a:off x="0" y="0"/>
            <a:ext cx="12192000" cy="46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Midcourse Evaluation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d1921ed821_1_11"/>
          <p:cNvSpPr txBox="1"/>
          <p:nvPr/>
        </p:nvSpPr>
        <p:spPr>
          <a:xfrm>
            <a:off x="100" y="771875"/>
            <a:ext cx="12192000" cy="6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Start, Stop, Continue Midcourse Evaluation Results (24 resp.) - </a:t>
            </a: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*Only responses that came up multiple times are shown</a:t>
            </a:r>
            <a:endParaRPr i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ins and community building through entry questions and music (5/24)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In-class Python work time (4/24)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Reviews/recaps of concepts during lecture (+Kahoot) (4/24)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Genuine/energy/generalized compliments (8/24)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2024-11-05T04:03:43Z</dcterms:created>
  <dc:creator>Steven</dc:creator>
</cp:coreProperties>
</file>