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48yQlnjh/GELYQPVylVGYO0Ke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5C829F-8242-46FC-BE66-519B6AB7C6CC}">
  <a:tblStyle styleId="{335C829F-8242-46FC-BE66-519B6AB7C6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2032000" y="6248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{335C829F-8242-46FC-BE66-519B6AB7C6CC}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Category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Significant gaps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Mostly there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Great command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CGIs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Participation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Interviews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Project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5" name="Google Shape;85;p1"/>
          <p:cNvSpPr/>
          <p:nvPr/>
        </p:nvSpPr>
        <p:spPr>
          <a:xfrm>
            <a:off x="1032735" y="1092553"/>
            <a:ext cx="2173045" cy="3442447"/>
          </a:xfrm>
          <a:prstGeom prst="arc">
            <a:avLst>
              <a:gd fmla="val 5991081" name="adj1"/>
              <a:gd fmla="val 15491575" name="adj2"/>
            </a:avLst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Assigning a grade for the course</a:t>
            </a:r>
            <a:endParaRPr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0" l="3425" r="0" t="0"/>
          <a:stretch/>
        </p:blipFill>
        <p:spPr>
          <a:xfrm>
            <a:off x="2377440" y="3162458"/>
            <a:ext cx="2354580" cy="345115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" name="Google Shape;88;p1"/>
          <p:cNvSpPr txBox="1"/>
          <p:nvPr/>
        </p:nvSpPr>
        <p:spPr>
          <a:xfrm>
            <a:off x="5044440" y="3121505"/>
            <a:ext cx="670179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out the learning goals &amp; skills listed at the bottom of the Introduction of each CGI: </a:t>
            </a:r>
            <a:endParaRPr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6800" y="4122757"/>
            <a:ext cx="4665980" cy="11969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4440" y="5431126"/>
            <a:ext cx="5368290" cy="118248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1032735" y="1496023"/>
            <a:ext cx="2127863" cy="3063040"/>
          </a:xfrm>
          <a:prstGeom prst="arc">
            <a:avLst>
              <a:gd fmla="val 5991081" name="adj1"/>
              <a:gd fmla="val 15491575" name="adj2"/>
            </a:avLst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24074"/>
          <a:stretch/>
        </p:blipFill>
        <p:spPr>
          <a:xfrm>
            <a:off x="2032000" y="3205621"/>
            <a:ext cx="3105905" cy="335654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Assigning a grade for the course</a:t>
            </a:r>
            <a:endParaRPr/>
          </a:p>
        </p:txBody>
      </p:sp>
      <p:graphicFrame>
        <p:nvGraphicFramePr>
          <p:cNvPr id="98" name="Google Shape;98;p2"/>
          <p:cNvGraphicFramePr/>
          <p:nvPr/>
        </p:nvGraphicFramePr>
        <p:xfrm>
          <a:off x="2032000" y="6248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{335C829F-8242-46FC-BE66-519B6AB7C6CC}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Category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Significant gaps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Mostly there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Great command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CGIs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/>
                        <a:t>Participation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Interviews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Project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1032735" y="1839558"/>
            <a:ext cx="2127863" cy="2611218"/>
          </a:xfrm>
          <a:prstGeom prst="arc">
            <a:avLst>
              <a:gd fmla="val 5991081" name="adj1"/>
              <a:gd fmla="val 15491575" name="adj2"/>
            </a:avLst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3"/>
          <p:cNvGraphicFramePr/>
          <p:nvPr/>
        </p:nvGraphicFramePr>
        <p:xfrm>
          <a:off x="2032000" y="6248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{335C829F-8242-46FC-BE66-519B6AB7C6CC}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Category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Significant gaps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Mostly there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Great command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CGIs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/>
                        <a:t>Participation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Interviews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Project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5" name="Google Shape;105;p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Assigning a grade for the course</a:t>
            </a:r>
            <a:endParaRPr/>
          </a:p>
        </p:txBody>
      </p:sp>
      <p:pic>
        <p:nvPicPr>
          <p:cNvPr id="106" name="Google Shape;10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2" y="3341008"/>
            <a:ext cx="5360688" cy="2872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30" y="3562342"/>
            <a:ext cx="5835528" cy="248501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1021977" y="2286430"/>
            <a:ext cx="2216075" cy="2485017"/>
          </a:xfrm>
          <a:prstGeom prst="arc">
            <a:avLst>
              <a:gd fmla="val 10613678" name="adj1"/>
              <a:gd fmla="val 15491575" name="adj2"/>
            </a:avLst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6256144" y="3013501"/>
            <a:ext cx="5231006" cy="46166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 up for a slot Finals Week. </a:t>
            </a:r>
            <a:endParaRPr/>
          </a:p>
        </p:txBody>
      </p:sp>
      <p:graphicFrame>
        <p:nvGraphicFramePr>
          <p:cNvPr id="114" name="Google Shape;114;p4"/>
          <p:cNvGraphicFramePr/>
          <p:nvPr/>
        </p:nvGraphicFramePr>
        <p:xfrm>
          <a:off x="2032000" y="6248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{335C829F-8242-46FC-BE66-519B6AB7C6CC}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Category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Significant gaps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Mostly there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Great command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CGIs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/>
                        <a:t>Participation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Interviews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Project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5" name="Google Shape;115;p4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Assigning a grade for the course</a:t>
            </a:r>
            <a:endParaRPr/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62" y="3496319"/>
            <a:ext cx="4941570" cy="321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1065007" y="2549562"/>
            <a:ext cx="2216075" cy="2485017"/>
          </a:xfrm>
          <a:prstGeom prst="arc">
            <a:avLst>
              <a:gd fmla="val 5991081" name="adj1"/>
              <a:gd fmla="val 15491575" name="adj2"/>
            </a:avLst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2136" y="3006607"/>
            <a:ext cx="2521792" cy="176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7652" y="3165139"/>
            <a:ext cx="2055724" cy="1609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3044" y="4909783"/>
            <a:ext cx="2583976" cy="1938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6793" y="5073327"/>
            <a:ext cx="2358189" cy="16094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5"/>
          <p:cNvGraphicFramePr/>
          <p:nvPr/>
        </p:nvGraphicFramePr>
        <p:xfrm>
          <a:off x="2032000" y="6248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{335C829F-8242-46FC-BE66-519B6AB7C6CC}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Category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Significant gaps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Mostly there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Great command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CGIs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/>
                        <a:t>Participation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Interviews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Project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7" name="Google Shape;127;p5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Assigning a grade for the course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p6"/>
          <p:cNvGraphicFramePr/>
          <p:nvPr/>
        </p:nvGraphicFramePr>
        <p:xfrm>
          <a:off x="3595445" y="600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{335C829F-8242-46FC-BE66-519B6AB7C6CC}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1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Category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Significant gaps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Mostly there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Great command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1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CGIs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1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1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Participation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1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Interviews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1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Project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3" name="Google Shape;133;p6"/>
          <p:cNvGraphicFramePr/>
          <p:nvPr/>
        </p:nvGraphicFramePr>
        <p:xfrm>
          <a:off x="2521025" y="23136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{335C829F-8242-46FC-BE66-519B6AB7C6CC}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Category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Significant gaps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Mostly there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Great command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CGIs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Participation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Interviews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Project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4" name="Google Shape;134;p6"/>
          <p:cNvSpPr txBox="1"/>
          <p:nvPr/>
        </p:nvSpPr>
        <p:spPr>
          <a:xfrm>
            <a:off x="6217845" y="1339264"/>
            <a:ext cx="2298700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like an “A”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4606215" y="2977256"/>
            <a:ext cx="2298700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like an “B”</a:t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0" y="0"/>
            <a:ext cx="3017520" cy="8309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Assigning a grade for the course</a:t>
            </a:r>
            <a:endParaRPr/>
          </a:p>
        </p:txBody>
      </p:sp>
      <p:graphicFrame>
        <p:nvGraphicFramePr>
          <p:cNvPr id="137" name="Google Shape;137;p6"/>
          <p:cNvGraphicFramePr/>
          <p:nvPr/>
        </p:nvGraphicFramePr>
        <p:xfrm>
          <a:off x="1012265" y="46091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{335C829F-8242-46FC-BE66-519B6AB7C6CC}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18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Category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Significant gaps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Mostly there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Great command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CGIs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Discussion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Participation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Interviews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Project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8" name="Google Shape;138;p6"/>
          <p:cNvSpPr txBox="1"/>
          <p:nvPr/>
        </p:nvSpPr>
        <p:spPr>
          <a:xfrm>
            <a:off x="4903395" y="5518736"/>
            <a:ext cx="2298700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“C” or “D” </a:t>
            </a:r>
            <a:endParaRPr/>
          </a:p>
        </p:txBody>
      </p:sp>
      <p:pic>
        <p:nvPicPr>
          <p:cNvPr id="139" name="Google Shape;1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0" y="873333"/>
            <a:ext cx="2420150" cy="37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2024-11-05T04:03:43Z</dcterms:created>
  <dc:creator>Steven</dc:creator>
</cp:coreProperties>
</file>