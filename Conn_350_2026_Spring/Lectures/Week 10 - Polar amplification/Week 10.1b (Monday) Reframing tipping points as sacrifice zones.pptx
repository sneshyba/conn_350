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JNXya3qAD5u5KOSFa5mzlD0aI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1cd2c339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1cd2c33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 in Week 4, we considered Lenton’s picture of “Tipping Elements” and “Tipping Points”</a:t>
            </a:r>
            <a:endParaRPr/>
          </a:p>
        </p:txBody>
      </p:sp>
      <p:pic>
        <p:nvPicPr>
          <p:cNvPr descr="https://www.pnas.org/content/pnas/115/33/8252/F3.large.jpg?width=800&amp;height=600&amp;carousel=1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444" y="797655"/>
            <a:ext cx="8190061" cy="52626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8133347" y="1130679"/>
            <a:ext cx="3898232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tipping element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feedback mechanism (and we probably don’t know about all of them).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tipping point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temperature at which that mechanism will kick in, so we should keep warming below those values.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0" y="2574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Tipping points encompass the idea of irreversibility (at least, on a human time scale)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0189" y="1052752"/>
            <a:ext cx="6036476" cy="47524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2"/>
          <p:cNvCxnSpPr/>
          <p:nvPr/>
        </p:nvCxnSpPr>
        <p:spPr>
          <a:xfrm>
            <a:off x="3337560" y="1760220"/>
            <a:ext cx="708660" cy="937260"/>
          </a:xfrm>
          <a:prstGeom prst="straightConnector1">
            <a:avLst/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" name="Google Shape;94;p2"/>
          <p:cNvSpPr txBox="1"/>
          <p:nvPr/>
        </p:nvSpPr>
        <p:spPr>
          <a:xfrm>
            <a:off x="77785" y="1259354"/>
            <a:ext cx="329184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Crossing a tipping point: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initial forcing is no longer needed to keep the cycle going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Reframing </a:t>
            </a:r>
            <a:r>
              <a:rPr b="1" lang="en-US" sz="2400" strike="sng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Tipping Elements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Sacrifice Zones</a:t>
            </a:r>
            <a:endParaRPr/>
          </a:p>
        </p:txBody>
      </p:sp>
      <p:pic>
        <p:nvPicPr>
          <p:cNvPr descr="https://www.pnas.org/content/pnas/115/33/8252/F3.large.jpg?width=800&amp;height=600&amp;carousel=1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444" y="797655"/>
            <a:ext cx="8190061" cy="526269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8181473" y="613929"/>
            <a:ext cx="3898232" cy="6001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sacrifice zone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region of the planet that we are willing to tolerate being destroyed by continued release of carbon into the climate system.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sacrifice zone tipping point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temperature at which we can expect the zone to be irreversibly sacrificed.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list is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undoubtedly incomplete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however, because we don’t understand the climate system well enough yet.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1cd2c339a_0_0"/>
          <p:cNvSpPr txBox="1"/>
          <p:nvPr/>
        </p:nvSpPr>
        <p:spPr>
          <a:xfrm>
            <a:off x="0" y="1044217"/>
            <a:ext cx="121920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this reframing change the way we understand climate risk, responsibility, and decision‑making?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your response, consider at least one of the following angles: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Ethics: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Who decides which regions become “sacrificed,” and who bears the consequences?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Science: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Does the sacrifice‑zone framing help or hinder public understanding of climate feedbacks and uncertainty?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might climate negotiations or mitigation priorities shift if we explicitly acknowledged sacrifice zones?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Equity: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Which communities or ecosystems are most likely to be framed as “acceptable losses,” and why?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d1cd2c339a_0_0"/>
          <p:cNvSpPr txBox="1"/>
          <p:nvPr/>
        </p:nvSpPr>
        <p:spPr>
          <a:xfrm>
            <a:off x="0" y="2677"/>
            <a:ext cx="12192000" cy="46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group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2024-11-10T19:06:42Z</dcterms:created>
  <dc:creator>Steven</dc:creator>
</cp:coreProperties>
</file>