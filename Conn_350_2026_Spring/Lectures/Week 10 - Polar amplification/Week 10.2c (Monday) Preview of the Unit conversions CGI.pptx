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ec+Lnv4ZjxgcNUrFcbtztFbqj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27253154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27253154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2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3" Type="http://schemas.openxmlformats.org/officeDocument/2006/relationships/image" Target="../media/image15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Relationship Id="rId1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310739" y="5036893"/>
            <a:ext cx="10557185" cy="175432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35" l="-480" r="0" t="-14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8494380" y="3193823"/>
            <a:ext cx="2785904" cy="983088"/>
            <a:chOff x="8927292" y="616204"/>
            <a:chExt cx="2785904" cy="983088"/>
          </a:xfrm>
        </p:grpSpPr>
        <p:sp>
          <p:nvSpPr>
            <p:cNvPr id="90" name="Google Shape;90;p1"/>
            <p:cNvSpPr/>
            <p:nvPr/>
          </p:nvSpPr>
          <p:spPr>
            <a:xfrm>
              <a:off x="8949228" y="616204"/>
              <a:ext cx="2763968" cy="983088"/>
            </a:xfrm>
            <a:prstGeom prst="rect">
              <a:avLst/>
            </a:prstGeom>
            <a:solidFill>
              <a:schemeClr val="accent1">
                <a:alpha val="44705"/>
              </a:schemeClr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8927292" y="644966"/>
              <a:ext cx="2763968" cy="92333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9458" l="0" r="0" t="-270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642134" y="88232"/>
            <a:ext cx="9179942" cy="10116709"/>
            <a:chOff x="642134" y="88232"/>
            <a:chExt cx="9179942" cy="10116709"/>
          </a:xfrm>
        </p:grpSpPr>
        <p:grpSp>
          <p:nvGrpSpPr>
            <p:cNvPr id="93" name="Google Shape;93;p1"/>
            <p:cNvGrpSpPr/>
            <p:nvPr/>
          </p:nvGrpSpPr>
          <p:grpSpPr>
            <a:xfrm>
              <a:off x="642134" y="88232"/>
              <a:ext cx="9179942" cy="10116709"/>
              <a:chOff x="2294474" y="49043"/>
              <a:chExt cx="9179942" cy="10116709"/>
            </a:xfrm>
          </p:grpSpPr>
          <p:grpSp>
            <p:nvGrpSpPr>
              <p:cNvPr id="94" name="Google Shape;94;p1"/>
              <p:cNvGrpSpPr/>
              <p:nvPr/>
            </p:nvGrpSpPr>
            <p:grpSpPr>
              <a:xfrm>
                <a:off x="2294474" y="49043"/>
                <a:ext cx="9179942" cy="10116709"/>
                <a:chOff x="431028" y="317035"/>
                <a:chExt cx="9179942" cy="10116709"/>
              </a:xfrm>
            </p:grpSpPr>
            <p:grpSp>
              <p:nvGrpSpPr>
                <p:cNvPr id="95" name="Google Shape;95;p1"/>
                <p:cNvGrpSpPr/>
                <p:nvPr/>
              </p:nvGrpSpPr>
              <p:grpSpPr>
                <a:xfrm>
                  <a:off x="431028" y="317035"/>
                  <a:ext cx="9179942" cy="10116709"/>
                  <a:chOff x="1975369" y="320937"/>
                  <a:chExt cx="9179942" cy="10116709"/>
                </a:xfrm>
              </p:grpSpPr>
              <p:grpSp>
                <p:nvGrpSpPr>
                  <p:cNvPr id="96" name="Google Shape;96;p1"/>
                  <p:cNvGrpSpPr/>
                  <p:nvPr/>
                </p:nvGrpSpPr>
                <p:grpSpPr>
                  <a:xfrm>
                    <a:off x="1975369" y="1575338"/>
                    <a:ext cx="9179942" cy="8862308"/>
                    <a:chOff x="1975369" y="-178123"/>
                    <a:chExt cx="9179942" cy="8862308"/>
                  </a:xfrm>
                </p:grpSpPr>
                <p:cxnSp>
                  <p:nvCxnSpPr>
                    <p:cNvPr id="97" name="Google Shape;97;p1"/>
                    <p:cNvCxnSpPr/>
                    <p:nvPr/>
                  </p:nvCxnSpPr>
                  <p:spPr>
                    <a:xfrm flipH="1">
                      <a:off x="7460296" y="1027095"/>
                      <a:ext cx="182004" cy="387767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sp>
                  <p:nvSpPr>
                    <p:cNvPr id="98" name="Google Shape;98;p1"/>
                    <p:cNvSpPr/>
                    <p:nvPr/>
                  </p:nvSpPr>
                  <p:spPr>
                    <a:xfrm rot="-871542">
                      <a:off x="3253298" y="216982"/>
                      <a:ext cx="988756" cy="477026"/>
                    </a:xfrm>
                    <a:custGeom>
                      <a:rect b="b" l="l" r="r" t="t"/>
                      <a:pathLst>
                        <a:path extrusionOk="0" h="723900" w="988756">
                          <a:moveTo>
                            <a:pt x="132598" y="406400"/>
                          </a:moveTo>
                          <a:cubicBezTo>
                            <a:pt x="102965" y="410633"/>
                            <a:pt x="73484" y="422079"/>
                            <a:pt x="43698" y="419100"/>
                          </a:cubicBezTo>
                          <a:cubicBezTo>
                            <a:pt x="-33406" y="411390"/>
                            <a:pt x="14129" y="293802"/>
                            <a:pt x="18298" y="266700"/>
                          </a:cubicBezTo>
                          <a:cubicBezTo>
                            <a:pt x="20334" y="253469"/>
                            <a:pt x="21532" y="238066"/>
                            <a:pt x="30998" y="228600"/>
                          </a:cubicBezTo>
                          <a:cubicBezTo>
                            <a:pt x="74667" y="184931"/>
                            <a:pt x="97388" y="181070"/>
                            <a:pt x="145298" y="165100"/>
                          </a:cubicBezTo>
                          <a:cubicBezTo>
                            <a:pt x="149531" y="135467"/>
                            <a:pt x="149396" y="104872"/>
                            <a:pt x="157998" y="76200"/>
                          </a:cubicBezTo>
                          <a:cubicBezTo>
                            <a:pt x="166963" y="46318"/>
                            <a:pt x="195600" y="25649"/>
                            <a:pt x="221498" y="12700"/>
                          </a:cubicBezTo>
                          <a:cubicBezTo>
                            <a:pt x="233472" y="6713"/>
                            <a:pt x="246898" y="4233"/>
                            <a:pt x="259598" y="0"/>
                          </a:cubicBezTo>
                          <a:cubicBezTo>
                            <a:pt x="275874" y="4069"/>
                            <a:pt x="330278" y="16290"/>
                            <a:pt x="348498" y="25400"/>
                          </a:cubicBezTo>
                          <a:cubicBezTo>
                            <a:pt x="436203" y="69253"/>
                            <a:pt x="331672" y="37069"/>
                            <a:pt x="437398" y="63500"/>
                          </a:cubicBezTo>
                          <a:lnTo>
                            <a:pt x="513598" y="38100"/>
                          </a:lnTo>
                          <a:cubicBezTo>
                            <a:pt x="526298" y="33867"/>
                            <a:pt x="538571" y="28025"/>
                            <a:pt x="551698" y="25400"/>
                          </a:cubicBezTo>
                          <a:lnTo>
                            <a:pt x="615198" y="12700"/>
                          </a:lnTo>
                          <a:cubicBezTo>
                            <a:pt x="640598" y="16933"/>
                            <a:pt x="666969" y="17257"/>
                            <a:pt x="691398" y="25400"/>
                          </a:cubicBezTo>
                          <a:cubicBezTo>
                            <a:pt x="742779" y="42527"/>
                            <a:pt x="722792" y="50088"/>
                            <a:pt x="742198" y="88900"/>
                          </a:cubicBezTo>
                          <a:cubicBezTo>
                            <a:pt x="749024" y="102552"/>
                            <a:pt x="759131" y="114300"/>
                            <a:pt x="767598" y="127000"/>
                          </a:cubicBezTo>
                          <a:cubicBezTo>
                            <a:pt x="771831" y="169333"/>
                            <a:pt x="754771" y="219964"/>
                            <a:pt x="780298" y="254000"/>
                          </a:cubicBezTo>
                          <a:cubicBezTo>
                            <a:pt x="801243" y="281927"/>
                            <a:pt x="848780" y="268361"/>
                            <a:pt x="881898" y="279400"/>
                          </a:cubicBezTo>
                          <a:lnTo>
                            <a:pt x="919998" y="292100"/>
                          </a:lnTo>
                          <a:cubicBezTo>
                            <a:pt x="924231" y="304800"/>
                            <a:pt x="932698" y="316813"/>
                            <a:pt x="932698" y="330200"/>
                          </a:cubicBezTo>
                          <a:cubicBezTo>
                            <a:pt x="932698" y="372452"/>
                            <a:pt x="902924" y="437939"/>
                            <a:pt x="932698" y="482600"/>
                          </a:cubicBezTo>
                          <a:cubicBezTo>
                            <a:pt x="942661" y="497544"/>
                            <a:pt x="958098" y="508000"/>
                            <a:pt x="970798" y="520700"/>
                          </a:cubicBezTo>
                          <a:cubicBezTo>
                            <a:pt x="985214" y="563948"/>
                            <a:pt x="1002721" y="597536"/>
                            <a:pt x="970798" y="647700"/>
                          </a:cubicBezTo>
                          <a:cubicBezTo>
                            <a:pt x="954409" y="673454"/>
                            <a:pt x="919998" y="681567"/>
                            <a:pt x="894598" y="698500"/>
                          </a:cubicBezTo>
                          <a:lnTo>
                            <a:pt x="856498" y="723900"/>
                          </a:lnTo>
                          <a:cubicBezTo>
                            <a:pt x="843798" y="719667"/>
                            <a:pt x="828851" y="719563"/>
                            <a:pt x="818398" y="711200"/>
                          </a:cubicBezTo>
                          <a:cubicBezTo>
                            <a:pt x="806479" y="701665"/>
                            <a:pt x="803791" y="683893"/>
                            <a:pt x="792998" y="673100"/>
                          </a:cubicBezTo>
                          <a:cubicBezTo>
                            <a:pt x="782205" y="662307"/>
                            <a:pt x="767598" y="656167"/>
                            <a:pt x="754898" y="647700"/>
                          </a:cubicBezTo>
                          <a:cubicBezTo>
                            <a:pt x="637222" y="667313"/>
                            <a:pt x="604226" y="678526"/>
                            <a:pt x="450098" y="647700"/>
                          </a:cubicBezTo>
                          <a:cubicBezTo>
                            <a:pt x="435131" y="644707"/>
                            <a:pt x="436617" y="619135"/>
                            <a:pt x="424698" y="609600"/>
                          </a:cubicBezTo>
                          <a:cubicBezTo>
                            <a:pt x="414245" y="601237"/>
                            <a:pt x="399298" y="601133"/>
                            <a:pt x="386598" y="596900"/>
                          </a:cubicBezTo>
                          <a:cubicBezTo>
                            <a:pt x="295918" y="627127"/>
                            <a:pt x="332675" y="637152"/>
                            <a:pt x="272298" y="596900"/>
                          </a:cubicBezTo>
                          <a:cubicBezTo>
                            <a:pt x="268065" y="584200"/>
                            <a:pt x="267961" y="569253"/>
                            <a:pt x="259598" y="558800"/>
                          </a:cubicBezTo>
                          <a:cubicBezTo>
                            <a:pt x="227580" y="518778"/>
                            <a:pt x="159543" y="525656"/>
                            <a:pt x="119898" y="520700"/>
                          </a:cubicBezTo>
                          <a:cubicBezTo>
                            <a:pt x="64186" y="483559"/>
                            <a:pt x="81798" y="510564"/>
                            <a:pt x="81798" y="431800"/>
                          </a:cubicBezTo>
                        </a:path>
                      </a:pathLst>
                    </a:custGeom>
                    <a:solidFill>
                      <a:schemeClr val="lt2">
                        <a:alpha val="68627"/>
                      </a:schemeClr>
                    </a:solidFill>
                    <a:ln cap="flat" cmpd="sng" w="12700">
                      <a:solidFill>
                        <a:srgbClr val="1C305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99" name="Google Shape;99;p1"/>
                    <p:cNvGrpSpPr/>
                    <p:nvPr/>
                  </p:nvGrpSpPr>
                  <p:grpSpPr>
                    <a:xfrm>
                      <a:off x="1975369" y="-178123"/>
                      <a:ext cx="9179942" cy="8862308"/>
                      <a:chOff x="908569" y="944460"/>
                      <a:chExt cx="9179942" cy="8862308"/>
                    </a:xfrm>
                  </p:grpSpPr>
                  <p:grpSp>
                    <p:nvGrpSpPr>
                      <p:cNvPr id="100" name="Google Shape;100;p1"/>
                      <p:cNvGrpSpPr/>
                      <p:nvPr/>
                    </p:nvGrpSpPr>
                    <p:grpSpPr>
                      <a:xfrm>
                        <a:off x="908569" y="1730678"/>
                        <a:ext cx="9179942" cy="8076090"/>
                        <a:chOff x="-50800" y="666378"/>
                        <a:chExt cx="9179942" cy="8076090"/>
                      </a:xfrm>
                    </p:grpSpPr>
                    <p:grpSp>
                      <p:nvGrpSpPr>
                        <p:cNvPr id="101" name="Google Shape;101;p1"/>
                        <p:cNvGrpSpPr/>
                        <p:nvPr/>
                      </p:nvGrpSpPr>
                      <p:grpSpPr>
                        <a:xfrm>
                          <a:off x="-50800" y="1310862"/>
                          <a:ext cx="7986110" cy="7431606"/>
                          <a:chOff x="2373084" y="1320800"/>
                          <a:chExt cx="7986110" cy="7431606"/>
                        </a:xfrm>
                      </p:grpSpPr>
                      <p:sp>
                        <p:nvSpPr>
                          <p:cNvPr id="102" name="Google Shape;102;p1"/>
                          <p:cNvSpPr/>
                          <p:nvPr/>
                        </p:nvSpPr>
                        <p:spPr>
                          <a:xfrm>
                            <a:off x="2697335" y="1629084"/>
                            <a:ext cx="7351776" cy="6778752"/>
                          </a:xfrm>
                          <a:prstGeom prst="arc">
                            <a:avLst>
                              <a:gd fmla="val 12428108" name="adj1"/>
                              <a:gd fmla="val 19898702" name="adj2"/>
                            </a:avLst>
                          </a:prstGeom>
                          <a:noFill/>
                          <a:ln cap="flat" cmpd="sng" w="508000">
                            <a:solidFill>
                              <a:schemeClr val="accent1">
                                <a:alpha val="50980"/>
                              </a:schemeClr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03" name="Google Shape;103;p1"/>
                          <p:cNvSpPr/>
                          <p:nvPr/>
                        </p:nvSpPr>
                        <p:spPr>
                          <a:xfrm>
                            <a:off x="2373084" y="1320800"/>
                            <a:ext cx="7986110" cy="7431606"/>
                          </a:xfrm>
                          <a:prstGeom prst="arc">
                            <a:avLst>
                              <a:gd fmla="val 12826972" name="adj1"/>
                              <a:gd fmla="val 19574346" name="adj2"/>
                            </a:avLst>
                          </a:prstGeom>
                          <a:noFill/>
                          <a:ln cap="flat" cmpd="sng" w="127000">
                            <a:solidFill>
                              <a:srgbClr val="BFBFBF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04" name="Google Shape;104;p1"/>
                        <p:cNvGrpSpPr/>
                        <p:nvPr/>
                      </p:nvGrpSpPr>
                      <p:grpSpPr>
                        <a:xfrm>
                          <a:off x="941667" y="2188024"/>
                          <a:ext cx="2430428" cy="914332"/>
                          <a:chOff x="1078301" y="1636148"/>
                          <a:chExt cx="2430428" cy="914332"/>
                        </a:xfrm>
                      </p:grpSpPr>
                      <p:cxnSp>
                        <p:nvCxnSpPr>
                          <p:cNvPr id="105" name="Google Shape;105;p1"/>
                          <p:cNvCxnSpPr/>
                          <p:nvPr/>
                        </p:nvCxnSpPr>
                        <p:spPr>
                          <a:xfrm>
                            <a:off x="1620410" y="1636148"/>
                            <a:ext cx="285626" cy="34133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381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med" w="med" type="triangle"/>
                            <a:tailEnd len="med" w="med" type="triangle"/>
                          </a:ln>
                        </p:spPr>
                      </p:cxnSp>
                      <p:sp>
                        <p:nvSpPr>
                          <p:cNvPr id="106" name="Google Shape;106;p1"/>
                          <p:cNvSpPr txBox="1"/>
                          <p:nvPr/>
                        </p:nvSpPr>
                        <p:spPr>
                          <a:xfrm>
                            <a:off x="1078301" y="1904149"/>
                            <a:ext cx="2430428" cy="646331"/>
                          </a:xfrm>
                          <a:prstGeom prst="rect">
                            <a:avLst/>
                          </a:prstGeom>
                          <a:blipFill rotWithShape="1">
                            <a:blip r:embed="rId5">
                              <a:alphaModFix/>
                            </a:blip>
                            <a:stretch>
                              <a:fillRect b="-13461" l="0" r="0" t="0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latin typeface="Calibri"/>
                                <a:ea typeface="Calibri"/>
                                <a:cs typeface="Calibri"/>
                                <a:sym typeface="Calibri"/>
                              </a:rPr>
                              <a:t> 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07" name="Google Shape;107;p1"/>
                        <p:cNvSpPr txBox="1"/>
                        <p:nvPr/>
                      </p:nvSpPr>
                      <p:spPr>
                        <a:xfrm>
                          <a:off x="4912567" y="666378"/>
                          <a:ext cx="4216575" cy="369332"/>
                        </a:xfrm>
                        <a:prstGeom prst="rect">
                          <a:avLst/>
                        </a:prstGeom>
                        <a:blipFill rotWithShape="1">
                          <a:blip r:embed="rId6">
                            <a:alphaModFix/>
                          </a:blip>
                          <a:stretch>
                            <a:fillRect b="-26667" l="0" r="0" t="-6667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  <p:cxnSp>
                    <p:nvCxnSpPr>
                      <p:cNvPr id="108" name="Google Shape;108;p1"/>
                      <p:cNvCxnSpPr/>
                      <p:nvPr/>
                    </p:nvCxnSpPr>
                    <p:spPr>
                      <a:xfrm>
                        <a:off x="2919819" y="1783697"/>
                        <a:ext cx="625486" cy="757273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sp>
                    <p:nvSpPr>
                      <p:cNvPr id="109" name="Google Shape;109;p1"/>
                      <p:cNvSpPr txBox="1"/>
                      <p:nvPr/>
                    </p:nvSpPr>
                    <p:spPr>
                      <a:xfrm>
                        <a:off x="3938764" y="2537445"/>
                        <a:ext cx="1070749" cy="646331"/>
                      </a:xfrm>
                      <a:prstGeom prst="rect">
                        <a:avLst/>
                      </a:prstGeom>
                      <a:blipFill rotWithShape="1">
                        <a:blip r:embed="rId7">
                          <a:alphaModFix/>
                        </a:blip>
                        <a:stretch>
                          <a:fillRect b="0" l="0" r="0" t="-5769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sp>
                    <p:nvSpPr>
                      <p:cNvPr id="110" name="Google Shape;110;p1"/>
                      <p:cNvSpPr txBox="1"/>
                      <p:nvPr/>
                    </p:nvSpPr>
                    <p:spPr>
                      <a:xfrm>
                        <a:off x="2016616" y="944460"/>
                        <a:ext cx="354804" cy="369332"/>
                      </a:xfrm>
                      <a:prstGeom prst="rect">
                        <a:avLst/>
                      </a:prstGeom>
                      <a:blipFill rotWithShape="1">
                        <a:blip r:embed="rId8">
                          <a:alphaModFix/>
                        </a:blip>
                        <a:stretch>
                          <a:fillRect b="0" l="0" r="0" t="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cxnSp>
                    <p:nvCxnSpPr>
                      <p:cNvPr id="111" name="Google Shape;111;p1"/>
                      <p:cNvCxnSpPr/>
                      <p:nvPr/>
                    </p:nvCxnSpPr>
                    <p:spPr>
                      <a:xfrm>
                        <a:off x="3661601" y="2635761"/>
                        <a:ext cx="100944" cy="232351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sp>
                    <p:nvSpPr>
                      <p:cNvPr id="112" name="Google Shape;112;p1"/>
                      <p:cNvSpPr txBox="1"/>
                      <p:nvPr/>
                    </p:nvSpPr>
                    <p:spPr>
                      <a:xfrm>
                        <a:off x="3229275" y="1868678"/>
                        <a:ext cx="534697" cy="369332"/>
                      </a:xfrm>
                      <a:prstGeom prst="rect">
                        <a:avLst/>
                      </a:prstGeom>
                      <a:blipFill rotWithShape="1">
                        <a:blip r:embed="rId9">
                          <a:alphaModFix/>
                        </a:blip>
                        <a:stretch>
                          <a:fillRect b="-16666" l="0" r="0" t="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grpSp>
                    <p:nvGrpSpPr>
                      <p:cNvPr id="113" name="Google Shape;113;p1"/>
                      <p:cNvGrpSpPr/>
                      <p:nvPr/>
                    </p:nvGrpSpPr>
                    <p:grpSpPr>
                      <a:xfrm>
                        <a:off x="4749748" y="1775108"/>
                        <a:ext cx="846389" cy="654045"/>
                        <a:chOff x="3321217" y="1859044"/>
                        <a:chExt cx="846389" cy="654045"/>
                      </a:xfrm>
                    </p:grpSpPr>
                    <p:cxnSp>
                      <p:nvCxnSpPr>
                        <p:cNvPr id="114" name="Google Shape;114;p1"/>
                        <p:cNvCxnSpPr/>
                        <p:nvPr/>
                      </p:nvCxnSpPr>
                      <p:spPr>
                        <a:xfrm flipH="1" rot="10800000">
                          <a:off x="3512354" y="2196559"/>
                          <a:ext cx="155876" cy="316530"/>
                        </a:xfrm>
                        <a:prstGeom prst="straightConnector1">
                          <a:avLst/>
                        </a:prstGeom>
                        <a:noFill/>
                        <a:ln cap="flat" cmpd="sng" w="38100">
                          <a:solidFill>
                            <a:srgbClr val="FFD966"/>
                          </a:solidFill>
                          <a:prstDash val="solid"/>
                          <a:miter lim="800000"/>
                          <a:headEnd len="sm" w="sm" type="none"/>
                          <a:tailEnd len="med" w="med" type="triangle"/>
                        </a:ln>
                      </p:spPr>
                    </p:cxnSp>
                    <p:sp>
                      <p:nvSpPr>
                        <p:cNvPr id="115" name="Google Shape;115;p1"/>
                        <p:cNvSpPr txBox="1"/>
                        <p:nvPr/>
                      </p:nvSpPr>
                      <p:spPr>
                        <a:xfrm>
                          <a:off x="3321217" y="1859044"/>
                          <a:ext cx="846389" cy="362984"/>
                        </a:xfrm>
                        <a:prstGeom prst="rect">
                          <a:avLst/>
                        </a:prstGeom>
                        <a:blipFill rotWithShape="1">
                          <a:blip r:embed="rId10">
                            <a:alphaModFix/>
                          </a:blip>
                          <a:stretch>
                            <a:fillRect b="-17240" l="0" r="0" t="0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  <p:cxnSp>
                    <p:nvCxnSpPr>
                      <p:cNvPr id="116" name="Google Shape;116;p1"/>
                      <p:cNvCxnSpPr/>
                      <p:nvPr/>
                    </p:nvCxnSpPr>
                    <p:spPr>
                      <a:xfrm>
                        <a:off x="4561064" y="1648909"/>
                        <a:ext cx="347644" cy="780244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cxnSp>
                    <p:nvCxnSpPr>
                      <p:cNvPr id="117" name="Google Shape;117;p1"/>
                      <p:cNvCxnSpPr/>
                      <p:nvPr/>
                    </p:nvCxnSpPr>
                    <p:spPr>
                      <a:xfrm>
                        <a:off x="4940885" y="2491840"/>
                        <a:ext cx="0" cy="404525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cxnSp>
                    <p:nvCxnSpPr>
                      <p:cNvPr id="118" name="Google Shape;118;p1"/>
                      <p:cNvCxnSpPr/>
                      <p:nvPr/>
                    </p:nvCxnSpPr>
                    <p:spPr>
                      <a:xfrm flipH="1" rot="10800000">
                        <a:off x="3599874" y="1833575"/>
                        <a:ext cx="142667" cy="677616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</p:grpSp>
              </p:grpSp>
              <p:cxnSp>
                <p:nvCxnSpPr>
                  <p:cNvPr id="119" name="Google Shape;119;p1"/>
                  <p:cNvCxnSpPr/>
                  <p:nvPr/>
                </p:nvCxnSpPr>
                <p:spPr>
                  <a:xfrm>
                    <a:off x="2299620" y="320937"/>
                    <a:ext cx="1452994" cy="1787758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D966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20" name="Google Shape;120;p1"/>
                  <p:cNvCxnSpPr/>
                  <p:nvPr/>
                </p:nvCxnSpPr>
                <p:spPr>
                  <a:xfrm flipH="1" rot="10800000">
                    <a:off x="3855576" y="438603"/>
                    <a:ext cx="556360" cy="1625244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D966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</p:grpSp>
            <p:sp>
              <p:nvSpPr>
                <p:cNvPr id="121" name="Google Shape;121;p1"/>
                <p:cNvSpPr/>
                <p:nvPr/>
              </p:nvSpPr>
              <p:spPr>
                <a:xfrm rot="-503214">
                  <a:off x="3466081" y="1796418"/>
                  <a:ext cx="988756" cy="477026"/>
                </a:xfrm>
                <a:custGeom>
                  <a:rect b="b" l="l" r="r" t="t"/>
                  <a:pathLst>
                    <a:path extrusionOk="0" h="723900" w="988756">
                      <a:moveTo>
                        <a:pt x="132598" y="406400"/>
                      </a:moveTo>
                      <a:cubicBezTo>
                        <a:pt x="102965" y="410633"/>
                        <a:pt x="73484" y="422079"/>
                        <a:pt x="43698" y="419100"/>
                      </a:cubicBezTo>
                      <a:cubicBezTo>
                        <a:pt x="-33406" y="411390"/>
                        <a:pt x="14129" y="293802"/>
                        <a:pt x="18298" y="266700"/>
                      </a:cubicBezTo>
                      <a:cubicBezTo>
                        <a:pt x="20334" y="253469"/>
                        <a:pt x="21532" y="238066"/>
                        <a:pt x="30998" y="228600"/>
                      </a:cubicBezTo>
                      <a:cubicBezTo>
                        <a:pt x="74667" y="184931"/>
                        <a:pt x="97388" y="181070"/>
                        <a:pt x="145298" y="165100"/>
                      </a:cubicBezTo>
                      <a:cubicBezTo>
                        <a:pt x="149531" y="135467"/>
                        <a:pt x="149396" y="104872"/>
                        <a:pt x="157998" y="76200"/>
                      </a:cubicBezTo>
                      <a:cubicBezTo>
                        <a:pt x="166963" y="46318"/>
                        <a:pt x="195600" y="25649"/>
                        <a:pt x="221498" y="12700"/>
                      </a:cubicBezTo>
                      <a:cubicBezTo>
                        <a:pt x="233472" y="6713"/>
                        <a:pt x="246898" y="4233"/>
                        <a:pt x="259598" y="0"/>
                      </a:cubicBezTo>
                      <a:cubicBezTo>
                        <a:pt x="275874" y="4069"/>
                        <a:pt x="330278" y="16290"/>
                        <a:pt x="348498" y="25400"/>
                      </a:cubicBezTo>
                      <a:cubicBezTo>
                        <a:pt x="436203" y="69253"/>
                        <a:pt x="331672" y="37069"/>
                        <a:pt x="437398" y="63500"/>
                      </a:cubicBezTo>
                      <a:lnTo>
                        <a:pt x="513598" y="38100"/>
                      </a:lnTo>
                      <a:cubicBezTo>
                        <a:pt x="526298" y="33867"/>
                        <a:pt x="538571" y="28025"/>
                        <a:pt x="551698" y="25400"/>
                      </a:cubicBezTo>
                      <a:lnTo>
                        <a:pt x="615198" y="12700"/>
                      </a:lnTo>
                      <a:cubicBezTo>
                        <a:pt x="640598" y="16933"/>
                        <a:pt x="666969" y="17257"/>
                        <a:pt x="691398" y="25400"/>
                      </a:cubicBezTo>
                      <a:cubicBezTo>
                        <a:pt x="742779" y="42527"/>
                        <a:pt x="722792" y="50088"/>
                        <a:pt x="742198" y="88900"/>
                      </a:cubicBezTo>
                      <a:cubicBezTo>
                        <a:pt x="749024" y="102552"/>
                        <a:pt x="759131" y="114300"/>
                        <a:pt x="767598" y="127000"/>
                      </a:cubicBezTo>
                      <a:cubicBezTo>
                        <a:pt x="771831" y="169333"/>
                        <a:pt x="754771" y="219964"/>
                        <a:pt x="780298" y="254000"/>
                      </a:cubicBezTo>
                      <a:cubicBezTo>
                        <a:pt x="801243" y="281927"/>
                        <a:pt x="848780" y="268361"/>
                        <a:pt x="881898" y="279400"/>
                      </a:cubicBezTo>
                      <a:lnTo>
                        <a:pt x="919998" y="292100"/>
                      </a:lnTo>
                      <a:cubicBezTo>
                        <a:pt x="924231" y="304800"/>
                        <a:pt x="932698" y="316813"/>
                        <a:pt x="932698" y="330200"/>
                      </a:cubicBezTo>
                      <a:cubicBezTo>
                        <a:pt x="932698" y="372452"/>
                        <a:pt x="902924" y="437939"/>
                        <a:pt x="932698" y="482600"/>
                      </a:cubicBezTo>
                      <a:cubicBezTo>
                        <a:pt x="942661" y="497544"/>
                        <a:pt x="958098" y="508000"/>
                        <a:pt x="970798" y="520700"/>
                      </a:cubicBezTo>
                      <a:cubicBezTo>
                        <a:pt x="985214" y="563948"/>
                        <a:pt x="1002721" y="597536"/>
                        <a:pt x="970798" y="647700"/>
                      </a:cubicBezTo>
                      <a:cubicBezTo>
                        <a:pt x="954409" y="673454"/>
                        <a:pt x="919998" y="681567"/>
                        <a:pt x="894598" y="698500"/>
                      </a:cubicBezTo>
                      <a:lnTo>
                        <a:pt x="856498" y="723900"/>
                      </a:lnTo>
                      <a:cubicBezTo>
                        <a:pt x="843798" y="719667"/>
                        <a:pt x="828851" y="719563"/>
                        <a:pt x="818398" y="711200"/>
                      </a:cubicBezTo>
                      <a:cubicBezTo>
                        <a:pt x="806479" y="701665"/>
                        <a:pt x="803791" y="683893"/>
                        <a:pt x="792998" y="673100"/>
                      </a:cubicBezTo>
                      <a:cubicBezTo>
                        <a:pt x="782205" y="662307"/>
                        <a:pt x="767598" y="656167"/>
                        <a:pt x="754898" y="647700"/>
                      </a:cubicBezTo>
                      <a:cubicBezTo>
                        <a:pt x="637222" y="667313"/>
                        <a:pt x="604226" y="678526"/>
                        <a:pt x="450098" y="647700"/>
                      </a:cubicBezTo>
                      <a:cubicBezTo>
                        <a:pt x="435131" y="644707"/>
                        <a:pt x="436617" y="619135"/>
                        <a:pt x="424698" y="609600"/>
                      </a:cubicBezTo>
                      <a:cubicBezTo>
                        <a:pt x="414245" y="601237"/>
                        <a:pt x="399298" y="601133"/>
                        <a:pt x="386598" y="596900"/>
                      </a:cubicBezTo>
                      <a:cubicBezTo>
                        <a:pt x="295918" y="627127"/>
                        <a:pt x="332675" y="637152"/>
                        <a:pt x="272298" y="596900"/>
                      </a:cubicBezTo>
                      <a:cubicBezTo>
                        <a:pt x="268065" y="584200"/>
                        <a:pt x="267961" y="569253"/>
                        <a:pt x="259598" y="558800"/>
                      </a:cubicBezTo>
                      <a:cubicBezTo>
                        <a:pt x="227580" y="518778"/>
                        <a:pt x="159543" y="525656"/>
                        <a:pt x="119898" y="520700"/>
                      </a:cubicBezTo>
                      <a:cubicBezTo>
                        <a:pt x="64186" y="483559"/>
                        <a:pt x="81798" y="510564"/>
                        <a:pt x="81798" y="431800"/>
                      </a:cubicBezTo>
                    </a:path>
                  </a:pathLst>
                </a:custGeom>
                <a:solidFill>
                  <a:schemeClr val="lt2">
                    <a:alpha val="68627"/>
                  </a:schemeClr>
                </a:solidFill>
                <a:ln cap="flat" cmpd="sng" w="12700">
                  <a:solidFill>
                    <a:srgbClr val="1C305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2" name="Google Shape;122;p1"/>
              <p:cNvSpPr txBox="1"/>
              <p:nvPr/>
            </p:nvSpPr>
            <p:spPr>
              <a:xfrm>
                <a:off x="3446491" y="2157781"/>
                <a:ext cx="930156" cy="369332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123" name="Google Shape;123;p1"/>
            <p:cNvSpPr txBox="1"/>
            <p:nvPr/>
          </p:nvSpPr>
          <p:spPr>
            <a:xfrm>
              <a:off x="2022895" y="1814188"/>
              <a:ext cx="85157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clouds</a:t>
              </a:r>
              <a:endParaRPr/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7282794" y="788635"/>
            <a:ext cx="2638697" cy="92333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332" l="0" r="-956" t="-1332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0" y="1"/>
            <a:ext cx="12192000" cy="467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Ice-Free Arctic CGI, there are a lot of crazy units – but fortunately, Python has </a:t>
            </a:r>
            <a:r>
              <a:rPr b="1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r>
              <a:rPr b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272531541_0_1"/>
          <p:cNvSpPr txBox="1"/>
          <p:nvPr/>
        </p:nvSpPr>
        <p:spPr>
          <a:xfrm>
            <a:off x="1310739" y="5036893"/>
            <a:ext cx="10557300" cy="1754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5030" l="-480" r="0" t="-14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pSp>
        <p:nvGrpSpPr>
          <p:cNvPr id="131" name="Google Shape;131;g3d272531541_0_1"/>
          <p:cNvGrpSpPr/>
          <p:nvPr/>
        </p:nvGrpSpPr>
        <p:grpSpPr>
          <a:xfrm>
            <a:off x="8494380" y="3193823"/>
            <a:ext cx="2785836" cy="983100"/>
            <a:chOff x="8927292" y="616204"/>
            <a:chExt cx="2785836" cy="983100"/>
          </a:xfrm>
        </p:grpSpPr>
        <p:sp>
          <p:nvSpPr>
            <p:cNvPr id="132" name="Google Shape;132;g3d272531541_0_1"/>
            <p:cNvSpPr/>
            <p:nvPr/>
          </p:nvSpPr>
          <p:spPr>
            <a:xfrm>
              <a:off x="8949228" y="616204"/>
              <a:ext cx="2763900" cy="983100"/>
            </a:xfrm>
            <a:prstGeom prst="rect">
              <a:avLst/>
            </a:prstGeom>
            <a:solidFill>
              <a:schemeClr val="accent1">
                <a:alpha val="44710"/>
              </a:schemeClr>
            </a:solidFill>
            <a:ln cap="flat" cmpd="sng" w="127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d272531541_0_1"/>
            <p:cNvSpPr txBox="1"/>
            <p:nvPr/>
          </p:nvSpPr>
          <p:spPr>
            <a:xfrm>
              <a:off x="8927292" y="644966"/>
              <a:ext cx="2763900" cy="9234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9460" l="0" r="0" t="-270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</p:grpSp>
      <p:grpSp>
        <p:nvGrpSpPr>
          <p:cNvPr id="134" name="Google Shape;134;g3d272531541_0_1"/>
          <p:cNvGrpSpPr/>
          <p:nvPr/>
        </p:nvGrpSpPr>
        <p:grpSpPr>
          <a:xfrm>
            <a:off x="642134" y="88232"/>
            <a:ext cx="9179867" cy="10116703"/>
            <a:chOff x="642134" y="88232"/>
            <a:chExt cx="9179867" cy="10116703"/>
          </a:xfrm>
        </p:grpSpPr>
        <p:grpSp>
          <p:nvGrpSpPr>
            <p:cNvPr id="135" name="Google Shape;135;g3d272531541_0_1"/>
            <p:cNvGrpSpPr/>
            <p:nvPr/>
          </p:nvGrpSpPr>
          <p:grpSpPr>
            <a:xfrm>
              <a:off x="642134" y="88232"/>
              <a:ext cx="9179867" cy="10116703"/>
              <a:chOff x="2294474" y="49043"/>
              <a:chExt cx="9179867" cy="10116703"/>
            </a:xfrm>
          </p:grpSpPr>
          <p:grpSp>
            <p:nvGrpSpPr>
              <p:cNvPr id="136" name="Google Shape;136;g3d272531541_0_1"/>
              <p:cNvGrpSpPr/>
              <p:nvPr/>
            </p:nvGrpSpPr>
            <p:grpSpPr>
              <a:xfrm>
                <a:off x="2294474" y="49043"/>
                <a:ext cx="9179867" cy="10116703"/>
                <a:chOff x="431028" y="317035"/>
                <a:chExt cx="9179867" cy="10116703"/>
              </a:xfrm>
            </p:grpSpPr>
            <p:grpSp>
              <p:nvGrpSpPr>
                <p:cNvPr id="137" name="Google Shape;137;g3d272531541_0_1"/>
                <p:cNvGrpSpPr/>
                <p:nvPr/>
              </p:nvGrpSpPr>
              <p:grpSpPr>
                <a:xfrm>
                  <a:off x="431028" y="317035"/>
                  <a:ext cx="9179867" cy="10116703"/>
                  <a:chOff x="1975369" y="320937"/>
                  <a:chExt cx="9179867" cy="10116703"/>
                </a:xfrm>
              </p:grpSpPr>
              <p:grpSp>
                <p:nvGrpSpPr>
                  <p:cNvPr id="138" name="Google Shape;138;g3d272531541_0_1"/>
                  <p:cNvGrpSpPr/>
                  <p:nvPr/>
                </p:nvGrpSpPr>
                <p:grpSpPr>
                  <a:xfrm>
                    <a:off x="1975369" y="1575338"/>
                    <a:ext cx="9179867" cy="8862302"/>
                    <a:chOff x="1975369" y="-178123"/>
                    <a:chExt cx="9179867" cy="8862302"/>
                  </a:xfrm>
                </p:grpSpPr>
                <p:cxnSp>
                  <p:nvCxnSpPr>
                    <p:cNvPr id="139" name="Google Shape;139;g3d272531541_0_1"/>
                    <p:cNvCxnSpPr/>
                    <p:nvPr/>
                  </p:nvCxnSpPr>
                  <p:spPr>
                    <a:xfrm flipH="1">
                      <a:off x="7460200" y="1027095"/>
                      <a:ext cx="182100" cy="3879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med" w="med" type="triangle"/>
                    </a:ln>
                  </p:spPr>
                </p:cxnSp>
                <p:sp>
                  <p:nvSpPr>
                    <p:cNvPr id="140" name="Google Shape;140;g3d272531541_0_1"/>
                    <p:cNvSpPr/>
                    <p:nvPr/>
                  </p:nvSpPr>
                  <p:spPr>
                    <a:xfrm rot="-869292">
                      <a:off x="3253290" y="217405"/>
                      <a:ext cx="988042" cy="476693"/>
                    </a:xfrm>
                    <a:custGeom>
                      <a:rect b="b" l="l" r="r" t="t"/>
                      <a:pathLst>
                        <a:path extrusionOk="0" h="723900" w="988756">
                          <a:moveTo>
                            <a:pt x="132598" y="406400"/>
                          </a:moveTo>
                          <a:cubicBezTo>
                            <a:pt x="102965" y="410633"/>
                            <a:pt x="73484" y="422079"/>
                            <a:pt x="43698" y="419100"/>
                          </a:cubicBezTo>
                          <a:cubicBezTo>
                            <a:pt x="-33406" y="411390"/>
                            <a:pt x="14129" y="293802"/>
                            <a:pt x="18298" y="266700"/>
                          </a:cubicBezTo>
                          <a:cubicBezTo>
                            <a:pt x="20334" y="253469"/>
                            <a:pt x="21532" y="238066"/>
                            <a:pt x="30998" y="228600"/>
                          </a:cubicBezTo>
                          <a:cubicBezTo>
                            <a:pt x="74667" y="184931"/>
                            <a:pt x="97388" y="181070"/>
                            <a:pt x="145298" y="165100"/>
                          </a:cubicBezTo>
                          <a:cubicBezTo>
                            <a:pt x="149531" y="135467"/>
                            <a:pt x="149396" y="104872"/>
                            <a:pt x="157998" y="76200"/>
                          </a:cubicBezTo>
                          <a:cubicBezTo>
                            <a:pt x="166963" y="46318"/>
                            <a:pt x="195600" y="25649"/>
                            <a:pt x="221498" y="12700"/>
                          </a:cubicBezTo>
                          <a:cubicBezTo>
                            <a:pt x="233472" y="6713"/>
                            <a:pt x="246898" y="4233"/>
                            <a:pt x="259598" y="0"/>
                          </a:cubicBezTo>
                          <a:cubicBezTo>
                            <a:pt x="275874" y="4069"/>
                            <a:pt x="330278" y="16290"/>
                            <a:pt x="348498" y="25400"/>
                          </a:cubicBezTo>
                          <a:cubicBezTo>
                            <a:pt x="436203" y="69253"/>
                            <a:pt x="331672" y="37069"/>
                            <a:pt x="437398" y="63500"/>
                          </a:cubicBezTo>
                          <a:lnTo>
                            <a:pt x="513598" y="38100"/>
                          </a:lnTo>
                          <a:cubicBezTo>
                            <a:pt x="526298" y="33867"/>
                            <a:pt x="538571" y="28025"/>
                            <a:pt x="551698" y="25400"/>
                          </a:cubicBezTo>
                          <a:lnTo>
                            <a:pt x="615198" y="12700"/>
                          </a:lnTo>
                          <a:cubicBezTo>
                            <a:pt x="640598" y="16933"/>
                            <a:pt x="666969" y="17257"/>
                            <a:pt x="691398" y="25400"/>
                          </a:cubicBezTo>
                          <a:cubicBezTo>
                            <a:pt x="742779" y="42527"/>
                            <a:pt x="722792" y="50088"/>
                            <a:pt x="742198" y="88900"/>
                          </a:cubicBezTo>
                          <a:cubicBezTo>
                            <a:pt x="749024" y="102552"/>
                            <a:pt x="759131" y="114300"/>
                            <a:pt x="767598" y="127000"/>
                          </a:cubicBezTo>
                          <a:cubicBezTo>
                            <a:pt x="771831" y="169333"/>
                            <a:pt x="754771" y="219964"/>
                            <a:pt x="780298" y="254000"/>
                          </a:cubicBezTo>
                          <a:cubicBezTo>
                            <a:pt x="801243" y="281927"/>
                            <a:pt x="848780" y="268361"/>
                            <a:pt x="881898" y="279400"/>
                          </a:cubicBezTo>
                          <a:lnTo>
                            <a:pt x="919998" y="292100"/>
                          </a:lnTo>
                          <a:cubicBezTo>
                            <a:pt x="924231" y="304800"/>
                            <a:pt x="932698" y="316813"/>
                            <a:pt x="932698" y="330200"/>
                          </a:cubicBezTo>
                          <a:cubicBezTo>
                            <a:pt x="932698" y="372452"/>
                            <a:pt x="902924" y="437939"/>
                            <a:pt x="932698" y="482600"/>
                          </a:cubicBezTo>
                          <a:cubicBezTo>
                            <a:pt x="942661" y="497544"/>
                            <a:pt x="958098" y="508000"/>
                            <a:pt x="970798" y="520700"/>
                          </a:cubicBezTo>
                          <a:cubicBezTo>
                            <a:pt x="985214" y="563948"/>
                            <a:pt x="1002721" y="597536"/>
                            <a:pt x="970798" y="647700"/>
                          </a:cubicBezTo>
                          <a:cubicBezTo>
                            <a:pt x="954409" y="673454"/>
                            <a:pt x="919998" y="681567"/>
                            <a:pt x="894598" y="698500"/>
                          </a:cubicBezTo>
                          <a:lnTo>
                            <a:pt x="856498" y="723900"/>
                          </a:lnTo>
                          <a:cubicBezTo>
                            <a:pt x="843798" y="719667"/>
                            <a:pt x="828851" y="719563"/>
                            <a:pt x="818398" y="711200"/>
                          </a:cubicBezTo>
                          <a:cubicBezTo>
                            <a:pt x="806479" y="701665"/>
                            <a:pt x="803791" y="683893"/>
                            <a:pt x="792998" y="673100"/>
                          </a:cubicBezTo>
                          <a:cubicBezTo>
                            <a:pt x="782205" y="662307"/>
                            <a:pt x="767598" y="656167"/>
                            <a:pt x="754898" y="647700"/>
                          </a:cubicBezTo>
                          <a:cubicBezTo>
                            <a:pt x="637222" y="667313"/>
                            <a:pt x="604226" y="678526"/>
                            <a:pt x="450098" y="647700"/>
                          </a:cubicBezTo>
                          <a:cubicBezTo>
                            <a:pt x="435131" y="644707"/>
                            <a:pt x="436617" y="619135"/>
                            <a:pt x="424698" y="609600"/>
                          </a:cubicBezTo>
                          <a:cubicBezTo>
                            <a:pt x="414245" y="601237"/>
                            <a:pt x="399298" y="601133"/>
                            <a:pt x="386598" y="596900"/>
                          </a:cubicBezTo>
                          <a:cubicBezTo>
                            <a:pt x="295918" y="627127"/>
                            <a:pt x="332675" y="637152"/>
                            <a:pt x="272298" y="596900"/>
                          </a:cubicBezTo>
                          <a:cubicBezTo>
                            <a:pt x="268065" y="584200"/>
                            <a:pt x="267961" y="569253"/>
                            <a:pt x="259598" y="558800"/>
                          </a:cubicBezTo>
                          <a:cubicBezTo>
                            <a:pt x="227580" y="518778"/>
                            <a:pt x="159543" y="525656"/>
                            <a:pt x="119898" y="520700"/>
                          </a:cubicBezTo>
                          <a:cubicBezTo>
                            <a:pt x="64186" y="483559"/>
                            <a:pt x="81798" y="510564"/>
                            <a:pt x="81798" y="431800"/>
                          </a:cubicBezTo>
                        </a:path>
                      </a:pathLst>
                    </a:custGeom>
                    <a:solidFill>
                      <a:schemeClr val="lt2">
                        <a:alpha val="68630"/>
                      </a:schemeClr>
                    </a:solidFill>
                    <a:ln cap="flat" cmpd="sng" w="12700">
                      <a:solidFill>
                        <a:srgbClr val="1C3052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141" name="Google Shape;141;g3d272531541_0_1"/>
                    <p:cNvGrpSpPr/>
                    <p:nvPr/>
                  </p:nvGrpSpPr>
                  <p:grpSpPr>
                    <a:xfrm>
                      <a:off x="1975369" y="-178123"/>
                      <a:ext cx="9179867" cy="8862302"/>
                      <a:chOff x="908569" y="944460"/>
                      <a:chExt cx="9179867" cy="8862302"/>
                    </a:xfrm>
                  </p:grpSpPr>
                  <p:grpSp>
                    <p:nvGrpSpPr>
                      <p:cNvPr id="142" name="Google Shape;142;g3d272531541_0_1"/>
                      <p:cNvGrpSpPr/>
                      <p:nvPr/>
                    </p:nvGrpSpPr>
                    <p:grpSpPr>
                      <a:xfrm>
                        <a:off x="908569" y="1730678"/>
                        <a:ext cx="9179867" cy="8076084"/>
                        <a:chOff x="-50800" y="666378"/>
                        <a:chExt cx="9179867" cy="8076084"/>
                      </a:xfrm>
                    </p:grpSpPr>
                    <p:grpSp>
                      <p:nvGrpSpPr>
                        <p:cNvPr id="143" name="Google Shape;143;g3d272531541_0_1"/>
                        <p:cNvGrpSpPr/>
                        <p:nvPr/>
                      </p:nvGrpSpPr>
                      <p:grpSpPr>
                        <a:xfrm>
                          <a:off x="-50800" y="1310862"/>
                          <a:ext cx="7986000" cy="7431600"/>
                          <a:chOff x="2373084" y="1320800"/>
                          <a:chExt cx="7986000" cy="7431600"/>
                        </a:xfrm>
                      </p:grpSpPr>
                      <p:sp>
                        <p:nvSpPr>
                          <p:cNvPr id="144" name="Google Shape;144;g3d272531541_0_1"/>
                          <p:cNvSpPr/>
                          <p:nvPr/>
                        </p:nvSpPr>
                        <p:spPr>
                          <a:xfrm>
                            <a:off x="2697335" y="1629084"/>
                            <a:ext cx="7351800" cy="6778800"/>
                          </a:xfrm>
                          <a:prstGeom prst="arc">
                            <a:avLst>
                              <a:gd fmla="val 12428108" name="adj1"/>
                              <a:gd fmla="val 19898702" name="adj2"/>
                            </a:avLst>
                          </a:prstGeom>
                          <a:noFill/>
                          <a:ln cap="flat" cmpd="sng" w="508000">
                            <a:solidFill>
                              <a:schemeClr val="accent1">
                                <a:alpha val="50980"/>
                              </a:schemeClr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145" name="Google Shape;145;g3d272531541_0_1"/>
                          <p:cNvSpPr/>
                          <p:nvPr/>
                        </p:nvSpPr>
                        <p:spPr>
                          <a:xfrm>
                            <a:off x="2373084" y="1320800"/>
                            <a:ext cx="7986000" cy="7431600"/>
                          </a:xfrm>
                          <a:prstGeom prst="arc">
                            <a:avLst>
                              <a:gd fmla="val 12826972" name="adj1"/>
                              <a:gd fmla="val 19574346" name="adj2"/>
                            </a:avLst>
                          </a:prstGeom>
                          <a:noFill/>
                          <a:ln cap="flat" cmpd="sng" w="127000">
                            <a:solidFill>
                              <a:srgbClr val="BFBFBF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t/>
                            </a:r>
                            <a:endParaRPr sz="1800">
                              <a:solidFill>
                                <a:schemeClr val="dk1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</p:grpSp>
                    <p:grpSp>
                      <p:nvGrpSpPr>
                        <p:cNvPr id="146" name="Google Shape;146;g3d272531541_0_1"/>
                        <p:cNvGrpSpPr/>
                        <p:nvPr/>
                      </p:nvGrpSpPr>
                      <p:grpSpPr>
                        <a:xfrm>
                          <a:off x="941667" y="2188024"/>
                          <a:ext cx="2430300" cy="914201"/>
                          <a:chOff x="1078301" y="1636148"/>
                          <a:chExt cx="2430300" cy="914201"/>
                        </a:xfrm>
                      </p:grpSpPr>
                      <p:cxnSp>
                        <p:nvCxnSpPr>
                          <p:cNvPr id="147" name="Google Shape;147;g3d272531541_0_1"/>
                          <p:cNvCxnSpPr/>
                          <p:nvPr/>
                        </p:nvCxnSpPr>
                        <p:spPr>
                          <a:xfrm>
                            <a:off x="1620410" y="1636148"/>
                            <a:ext cx="285600" cy="3414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38100">
                            <a:solidFill>
                              <a:schemeClr val="dk1"/>
                            </a:solidFill>
                            <a:prstDash val="solid"/>
                            <a:miter lim="800000"/>
                            <a:headEnd len="med" w="med" type="triangle"/>
                            <a:tailEnd len="med" w="med" type="triangle"/>
                          </a:ln>
                        </p:spPr>
                      </p:cxnSp>
                      <p:sp>
                        <p:nvSpPr>
                          <p:cNvPr id="148" name="Google Shape;148;g3d272531541_0_1"/>
                          <p:cNvSpPr txBox="1"/>
                          <p:nvPr/>
                        </p:nvSpPr>
                        <p:spPr>
                          <a:xfrm>
                            <a:off x="1078301" y="1904149"/>
                            <a:ext cx="2430300" cy="646200"/>
                          </a:xfrm>
                          <a:prstGeom prst="rect">
                            <a:avLst/>
                          </a:prstGeom>
                          <a:blipFill rotWithShape="1">
                            <a:blip r:embed="rId5">
                              <a:alphaModFix/>
                            </a:blip>
                            <a:stretch>
                              <a:fillRect b="-13460" l="0" r="0" t="0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l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latin typeface="Calibri"/>
                                <a:ea typeface="Calibri"/>
                                <a:cs typeface="Calibri"/>
                                <a:sym typeface="Calibri"/>
                              </a:rPr>
                              <a:t> 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49" name="Google Shape;149;g3d272531541_0_1"/>
                        <p:cNvSpPr txBox="1"/>
                        <p:nvPr/>
                      </p:nvSpPr>
                      <p:spPr>
                        <a:xfrm>
                          <a:off x="4912567" y="666378"/>
                          <a:ext cx="4216500" cy="369300"/>
                        </a:xfrm>
                        <a:prstGeom prst="rect">
                          <a:avLst/>
                        </a:prstGeom>
                        <a:blipFill rotWithShape="1">
                          <a:blip r:embed="rId6">
                            <a:alphaModFix/>
                          </a:blip>
                          <a:stretch>
                            <a:fillRect b="-26661" l="0" r="0" t="-6671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  <p:cxnSp>
                    <p:nvCxnSpPr>
                      <p:cNvPr id="150" name="Google Shape;150;g3d272531541_0_1"/>
                      <p:cNvCxnSpPr/>
                      <p:nvPr/>
                    </p:nvCxnSpPr>
                    <p:spPr>
                      <a:xfrm>
                        <a:off x="2919819" y="1783697"/>
                        <a:ext cx="625500" cy="757200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sp>
                    <p:nvSpPr>
                      <p:cNvPr id="151" name="Google Shape;151;g3d272531541_0_1"/>
                      <p:cNvSpPr txBox="1"/>
                      <p:nvPr/>
                    </p:nvSpPr>
                    <p:spPr>
                      <a:xfrm>
                        <a:off x="3938764" y="2537445"/>
                        <a:ext cx="1070700" cy="646200"/>
                      </a:xfrm>
                      <a:prstGeom prst="rect">
                        <a:avLst/>
                      </a:prstGeom>
                      <a:blipFill rotWithShape="1">
                        <a:blip r:embed="rId7">
                          <a:alphaModFix/>
                        </a:blip>
                        <a:stretch>
                          <a:fillRect b="0" l="0" r="0" t="-577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sp>
                    <p:nvSpPr>
                      <p:cNvPr id="152" name="Google Shape;152;g3d272531541_0_1"/>
                      <p:cNvSpPr txBox="1"/>
                      <p:nvPr/>
                    </p:nvSpPr>
                    <p:spPr>
                      <a:xfrm>
                        <a:off x="2016616" y="944460"/>
                        <a:ext cx="354900" cy="369300"/>
                      </a:xfrm>
                      <a:prstGeom prst="rect">
                        <a:avLst/>
                      </a:prstGeom>
                      <a:blipFill rotWithShape="1">
                        <a:blip r:embed="rId8">
                          <a:alphaModFix/>
                        </a:blip>
                        <a:stretch>
                          <a:fillRect b="0" l="0" r="0" t="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cxnSp>
                    <p:nvCxnSpPr>
                      <p:cNvPr id="153" name="Google Shape;153;g3d272531541_0_1"/>
                      <p:cNvCxnSpPr/>
                      <p:nvPr/>
                    </p:nvCxnSpPr>
                    <p:spPr>
                      <a:xfrm>
                        <a:off x="3661601" y="2635761"/>
                        <a:ext cx="100800" cy="232500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sp>
                    <p:nvSpPr>
                      <p:cNvPr id="154" name="Google Shape;154;g3d272531541_0_1"/>
                      <p:cNvSpPr txBox="1"/>
                      <p:nvPr/>
                    </p:nvSpPr>
                    <p:spPr>
                      <a:xfrm>
                        <a:off x="3229275" y="1868678"/>
                        <a:ext cx="534600" cy="369300"/>
                      </a:xfrm>
                      <a:prstGeom prst="rect">
                        <a:avLst/>
                      </a:prstGeom>
                      <a:blipFill rotWithShape="1">
                        <a:blip r:embed="rId9">
                          <a:alphaModFix/>
                        </a:blip>
                        <a:stretch>
                          <a:fillRect b="-16670" l="0" r="0" t="0"/>
                        </a:stretch>
                      </a:blip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 </a:t>
                        </a:r>
                        <a:endParaRPr/>
                      </a:p>
                    </p:txBody>
                  </p:sp>
                  <p:grpSp>
                    <p:nvGrpSpPr>
                      <p:cNvPr id="155" name="Google Shape;155;g3d272531541_0_1"/>
                      <p:cNvGrpSpPr/>
                      <p:nvPr/>
                    </p:nvGrpSpPr>
                    <p:grpSpPr>
                      <a:xfrm>
                        <a:off x="4749748" y="1775108"/>
                        <a:ext cx="846300" cy="654045"/>
                        <a:chOff x="3321217" y="1859044"/>
                        <a:chExt cx="846300" cy="654045"/>
                      </a:xfrm>
                    </p:grpSpPr>
                    <p:cxnSp>
                      <p:nvCxnSpPr>
                        <p:cNvPr id="156" name="Google Shape;156;g3d272531541_0_1"/>
                        <p:cNvCxnSpPr/>
                        <p:nvPr/>
                      </p:nvCxnSpPr>
                      <p:spPr>
                        <a:xfrm flipH="1" rot="10800000">
                          <a:off x="3512354" y="2196589"/>
                          <a:ext cx="156000" cy="316500"/>
                        </a:xfrm>
                        <a:prstGeom prst="straightConnector1">
                          <a:avLst/>
                        </a:prstGeom>
                        <a:noFill/>
                        <a:ln cap="flat" cmpd="sng" w="38100">
                          <a:solidFill>
                            <a:srgbClr val="FFD966"/>
                          </a:solidFill>
                          <a:prstDash val="solid"/>
                          <a:miter lim="800000"/>
                          <a:headEnd len="sm" w="sm" type="none"/>
                          <a:tailEnd len="med" w="med" type="triangle"/>
                        </a:ln>
                      </p:spPr>
                    </p:cxnSp>
                    <p:sp>
                      <p:nvSpPr>
                        <p:cNvPr id="157" name="Google Shape;157;g3d272531541_0_1"/>
                        <p:cNvSpPr txBox="1"/>
                        <p:nvPr/>
                      </p:nvSpPr>
                      <p:spPr>
                        <a:xfrm>
                          <a:off x="3321217" y="1859044"/>
                          <a:ext cx="846300" cy="363000"/>
                        </a:xfrm>
                        <a:prstGeom prst="rect">
                          <a:avLst/>
                        </a:prstGeom>
                        <a:blipFill rotWithShape="1">
                          <a:blip r:embed="rId10">
                            <a:alphaModFix/>
                          </a:blip>
                          <a:stretch>
                            <a:fillRect b="-17240" l="0" r="0" t="0"/>
                          </a:stretch>
                        </a:blipFill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  <p:cxnSp>
                    <p:nvCxnSpPr>
                      <p:cNvPr id="158" name="Google Shape;158;g3d272531541_0_1"/>
                      <p:cNvCxnSpPr/>
                      <p:nvPr/>
                    </p:nvCxnSpPr>
                    <p:spPr>
                      <a:xfrm>
                        <a:off x="4561064" y="1648909"/>
                        <a:ext cx="347700" cy="780300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cxnSp>
                    <p:nvCxnSpPr>
                      <p:cNvPr id="159" name="Google Shape;159;g3d272531541_0_1"/>
                      <p:cNvCxnSpPr/>
                      <p:nvPr/>
                    </p:nvCxnSpPr>
                    <p:spPr>
                      <a:xfrm>
                        <a:off x="4940885" y="2491840"/>
                        <a:ext cx="0" cy="404400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  <p:cxnSp>
                    <p:nvCxnSpPr>
                      <p:cNvPr id="160" name="Google Shape;160;g3d272531541_0_1"/>
                      <p:cNvCxnSpPr/>
                      <p:nvPr/>
                    </p:nvCxnSpPr>
                    <p:spPr>
                      <a:xfrm flipH="1" rot="10800000">
                        <a:off x="3599874" y="1833491"/>
                        <a:ext cx="142800" cy="677700"/>
                      </a:xfrm>
                      <a:prstGeom prst="straightConnector1">
                        <a:avLst/>
                      </a:prstGeom>
                      <a:noFill/>
                      <a:ln cap="flat" cmpd="sng" w="38100">
                        <a:solidFill>
                          <a:srgbClr val="FFD966"/>
                        </a:solidFill>
                        <a:prstDash val="solid"/>
                        <a:miter lim="800000"/>
                        <a:headEnd len="sm" w="sm" type="none"/>
                        <a:tailEnd len="med" w="med" type="triangle"/>
                      </a:ln>
                    </p:spPr>
                  </p:cxnSp>
                </p:grpSp>
              </p:grpSp>
              <p:cxnSp>
                <p:nvCxnSpPr>
                  <p:cNvPr id="161" name="Google Shape;161;g3d272531541_0_1"/>
                  <p:cNvCxnSpPr/>
                  <p:nvPr/>
                </p:nvCxnSpPr>
                <p:spPr>
                  <a:xfrm>
                    <a:off x="2299620" y="320937"/>
                    <a:ext cx="1452900" cy="178770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D966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162" name="Google Shape;162;g3d272531541_0_1"/>
                  <p:cNvCxnSpPr/>
                  <p:nvPr/>
                </p:nvCxnSpPr>
                <p:spPr>
                  <a:xfrm flipH="1" rot="10800000">
                    <a:off x="3855576" y="438747"/>
                    <a:ext cx="556500" cy="162510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FFD966"/>
                    </a:solidFill>
                    <a:prstDash val="solid"/>
                    <a:miter lim="800000"/>
                    <a:headEnd len="sm" w="sm" type="none"/>
                    <a:tailEnd len="med" w="med" type="triangle"/>
                  </a:ln>
                </p:spPr>
              </p:cxnSp>
            </p:grpSp>
            <p:sp>
              <p:nvSpPr>
                <p:cNvPr id="163" name="Google Shape;163;g3d272531541_0_1"/>
                <p:cNvSpPr/>
                <p:nvPr/>
              </p:nvSpPr>
              <p:spPr>
                <a:xfrm rot="-499954">
                  <a:off x="3465743" y="1796902"/>
                  <a:ext cx="989312" cy="477325"/>
                </a:xfrm>
                <a:custGeom>
                  <a:rect b="b" l="l" r="r" t="t"/>
                  <a:pathLst>
                    <a:path extrusionOk="0" h="723900" w="988756">
                      <a:moveTo>
                        <a:pt x="132598" y="406400"/>
                      </a:moveTo>
                      <a:cubicBezTo>
                        <a:pt x="102965" y="410633"/>
                        <a:pt x="73484" y="422079"/>
                        <a:pt x="43698" y="419100"/>
                      </a:cubicBezTo>
                      <a:cubicBezTo>
                        <a:pt x="-33406" y="411390"/>
                        <a:pt x="14129" y="293802"/>
                        <a:pt x="18298" y="266700"/>
                      </a:cubicBezTo>
                      <a:cubicBezTo>
                        <a:pt x="20334" y="253469"/>
                        <a:pt x="21532" y="238066"/>
                        <a:pt x="30998" y="228600"/>
                      </a:cubicBezTo>
                      <a:cubicBezTo>
                        <a:pt x="74667" y="184931"/>
                        <a:pt x="97388" y="181070"/>
                        <a:pt x="145298" y="165100"/>
                      </a:cubicBezTo>
                      <a:cubicBezTo>
                        <a:pt x="149531" y="135467"/>
                        <a:pt x="149396" y="104872"/>
                        <a:pt x="157998" y="76200"/>
                      </a:cubicBezTo>
                      <a:cubicBezTo>
                        <a:pt x="166963" y="46318"/>
                        <a:pt x="195600" y="25649"/>
                        <a:pt x="221498" y="12700"/>
                      </a:cubicBezTo>
                      <a:cubicBezTo>
                        <a:pt x="233472" y="6713"/>
                        <a:pt x="246898" y="4233"/>
                        <a:pt x="259598" y="0"/>
                      </a:cubicBezTo>
                      <a:cubicBezTo>
                        <a:pt x="275874" y="4069"/>
                        <a:pt x="330278" y="16290"/>
                        <a:pt x="348498" y="25400"/>
                      </a:cubicBezTo>
                      <a:cubicBezTo>
                        <a:pt x="436203" y="69253"/>
                        <a:pt x="331672" y="37069"/>
                        <a:pt x="437398" y="63500"/>
                      </a:cubicBezTo>
                      <a:lnTo>
                        <a:pt x="513598" y="38100"/>
                      </a:lnTo>
                      <a:cubicBezTo>
                        <a:pt x="526298" y="33867"/>
                        <a:pt x="538571" y="28025"/>
                        <a:pt x="551698" y="25400"/>
                      </a:cubicBezTo>
                      <a:lnTo>
                        <a:pt x="615198" y="12700"/>
                      </a:lnTo>
                      <a:cubicBezTo>
                        <a:pt x="640598" y="16933"/>
                        <a:pt x="666969" y="17257"/>
                        <a:pt x="691398" y="25400"/>
                      </a:cubicBezTo>
                      <a:cubicBezTo>
                        <a:pt x="742779" y="42527"/>
                        <a:pt x="722792" y="50088"/>
                        <a:pt x="742198" y="88900"/>
                      </a:cubicBezTo>
                      <a:cubicBezTo>
                        <a:pt x="749024" y="102552"/>
                        <a:pt x="759131" y="114300"/>
                        <a:pt x="767598" y="127000"/>
                      </a:cubicBezTo>
                      <a:cubicBezTo>
                        <a:pt x="771831" y="169333"/>
                        <a:pt x="754771" y="219964"/>
                        <a:pt x="780298" y="254000"/>
                      </a:cubicBezTo>
                      <a:cubicBezTo>
                        <a:pt x="801243" y="281927"/>
                        <a:pt x="848780" y="268361"/>
                        <a:pt x="881898" y="279400"/>
                      </a:cubicBezTo>
                      <a:lnTo>
                        <a:pt x="919998" y="292100"/>
                      </a:lnTo>
                      <a:cubicBezTo>
                        <a:pt x="924231" y="304800"/>
                        <a:pt x="932698" y="316813"/>
                        <a:pt x="932698" y="330200"/>
                      </a:cubicBezTo>
                      <a:cubicBezTo>
                        <a:pt x="932698" y="372452"/>
                        <a:pt x="902924" y="437939"/>
                        <a:pt x="932698" y="482600"/>
                      </a:cubicBezTo>
                      <a:cubicBezTo>
                        <a:pt x="942661" y="497544"/>
                        <a:pt x="958098" y="508000"/>
                        <a:pt x="970798" y="520700"/>
                      </a:cubicBezTo>
                      <a:cubicBezTo>
                        <a:pt x="985214" y="563948"/>
                        <a:pt x="1002721" y="597536"/>
                        <a:pt x="970798" y="647700"/>
                      </a:cubicBezTo>
                      <a:cubicBezTo>
                        <a:pt x="954409" y="673454"/>
                        <a:pt x="919998" y="681567"/>
                        <a:pt x="894598" y="698500"/>
                      </a:cubicBezTo>
                      <a:lnTo>
                        <a:pt x="856498" y="723900"/>
                      </a:lnTo>
                      <a:cubicBezTo>
                        <a:pt x="843798" y="719667"/>
                        <a:pt x="828851" y="719563"/>
                        <a:pt x="818398" y="711200"/>
                      </a:cubicBezTo>
                      <a:cubicBezTo>
                        <a:pt x="806479" y="701665"/>
                        <a:pt x="803791" y="683893"/>
                        <a:pt x="792998" y="673100"/>
                      </a:cubicBezTo>
                      <a:cubicBezTo>
                        <a:pt x="782205" y="662307"/>
                        <a:pt x="767598" y="656167"/>
                        <a:pt x="754898" y="647700"/>
                      </a:cubicBezTo>
                      <a:cubicBezTo>
                        <a:pt x="637222" y="667313"/>
                        <a:pt x="604226" y="678526"/>
                        <a:pt x="450098" y="647700"/>
                      </a:cubicBezTo>
                      <a:cubicBezTo>
                        <a:pt x="435131" y="644707"/>
                        <a:pt x="436617" y="619135"/>
                        <a:pt x="424698" y="609600"/>
                      </a:cubicBezTo>
                      <a:cubicBezTo>
                        <a:pt x="414245" y="601237"/>
                        <a:pt x="399298" y="601133"/>
                        <a:pt x="386598" y="596900"/>
                      </a:cubicBezTo>
                      <a:cubicBezTo>
                        <a:pt x="295918" y="627127"/>
                        <a:pt x="332675" y="637152"/>
                        <a:pt x="272298" y="596900"/>
                      </a:cubicBezTo>
                      <a:cubicBezTo>
                        <a:pt x="268065" y="584200"/>
                        <a:pt x="267961" y="569253"/>
                        <a:pt x="259598" y="558800"/>
                      </a:cubicBezTo>
                      <a:cubicBezTo>
                        <a:pt x="227580" y="518778"/>
                        <a:pt x="159543" y="525656"/>
                        <a:pt x="119898" y="520700"/>
                      </a:cubicBezTo>
                      <a:cubicBezTo>
                        <a:pt x="64186" y="483559"/>
                        <a:pt x="81798" y="510564"/>
                        <a:pt x="81798" y="431800"/>
                      </a:cubicBezTo>
                    </a:path>
                  </a:pathLst>
                </a:custGeom>
                <a:solidFill>
                  <a:schemeClr val="lt2">
                    <a:alpha val="68630"/>
                  </a:schemeClr>
                </a:solidFill>
                <a:ln cap="flat" cmpd="sng" w="12700">
                  <a:solidFill>
                    <a:srgbClr val="1C305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4" name="Google Shape;164;g3d272531541_0_1"/>
              <p:cNvSpPr txBox="1"/>
              <p:nvPr/>
            </p:nvSpPr>
            <p:spPr>
              <a:xfrm>
                <a:off x="3446491" y="2157781"/>
                <a:ext cx="930300" cy="369300"/>
              </a:xfrm>
              <a:prstGeom prst="rect">
                <a:avLst/>
              </a:prstGeom>
              <a:blipFill rotWithShape="1">
                <a:blip r:embed="rId11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Calibri"/>
                    <a:ea typeface="Calibri"/>
                    <a:cs typeface="Calibri"/>
                    <a:sym typeface="Calibri"/>
                  </a:rPr>
                  <a:t> </a:t>
                </a:r>
                <a:endParaRPr/>
              </a:p>
            </p:txBody>
          </p:sp>
        </p:grpSp>
        <p:sp>
          <p:nvSpPr>
            <p:cNvPr id="165" name="Google Shape;165;g3d272531541_0_1"/>
            <p:cNvSpPr txBox="1"/>
            <p:nvPr/>
          </p:nvSpPr>
          <p:spPr>
            <a:xfrm>
              <a:off x="2022895" y="1814188"/>
              <a:ext cx="8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clouds</a:t>
              </a:r>
              <a:endParaRPr/>
            </a:p>
          </p:txBody>
        </p:sp>
      </p:grpSp>
      <p:sp>
        <p:nvSpPr>
          <p:cNvPr id="166" name="Google Shape;166;g3d272531541_0_1"/>
          <p:cNvSpPr txBox="1"/>
          <p:nvPr/>
        </p:nvSpPr>
        <p:spPr>
          <a:xfrm>
            <a:off x="7282794" y="788635"/>
            <a:ext cx="2638800" cy="9234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9330" l="0" r="-960" t="-1330"/>
            </a:stretch>
          </a:blip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67" name="Google Shape;167;g3d272531541_0_1"/>
          <p:cNvSpPr txBox="1"/>
          <p:nvPr/>
        </p:nvSpPr>
        <p:spPr>
          <a:xfrm>
            <a:off x="0" y="1"/>
            <a:ext cx="12192000" cy="46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Ice-Free Arctic CGI, there are a lot of crazy units – but fortunately, Python has </a:t>
            </a:r>
            <a:r>
              <a:rPr b="1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r>
              <a:rPr b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68" name="Google Shape;168;g3d272531541_0_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2122" y="642750"/>
            <a:ext cx="4014775" cy="59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d272531541_0_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56899" y="1202875"/>
            <a:ext cx="7289743" cy="48250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endParaRPr/>
          </a:p>
        </p:txBody>
      </p:sp>
      <p:sp>
        <p:nvSpPr>
          <p:cNvPr id="175" name="Google Shape;175;p2"/>
          <p:cNvSpPr txBox="1"/>
          <p:nvPr/>
        </p:nvSpPr>
        <p:spPr>
          <a:xfrm>
            <a:off x="134912" y="921902"/>
            <a:ext cx="115246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Here’s how you bring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into your Python notebook</a:t>
            </a:r>
            <a:endParaRPr/>
          </a:p>
        </p:txBody>
      </p:sp>
      <p:sp>
        <p:nvSpPr>
          <p:cNvPr id="176" name="Google Shape;176;p2"/>
          <p:cNvSpPr txBox="1"/>
          <p:nvPr/>
        </p:nvSpPr>
        <p:spPr>
          <a:xfrm>
            <a:off x="148806" y="2333937"/>
            <a:ext cx="118943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Super-handy because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AssignQuantity attaches units for you: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"/>
          <p:cNvPicPr preferRelativeResize="0"/>
          <p:nvPr/>
        </p:nvPicPr>
        <p:blipFill rotWithShape="1">
          <a:blip r:embed="rId3">
            <a:alphaModFix/>
          </a:blip>
          <a:srcRect b="8349" l="0" r="0" t="0"/>
          <a:stretch/>
        </p:blipFill>
        <p:spPr>
          <a:xfrm>
            <a:off x="580475" y="1612975"/>
            <a:ext cx="10549926" cy="42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4687" y="3067900"/>
            <a:ext cx="10085700" cy="319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endParaRPr/>
          </a:p>
        </p:txBody>
      </p:sp>
      <p:sp>
        <p:nvSpPr>
          <p:cNvPr id="184" name="Google Shape;184;p3"/>
          <p:cNvSpPr txBox="1"/>
          <p:nvPr/>
        </p:nvSpPr>
        <p:spPr>
          <a:xfrm>
            <a:off x="134912" y="921902"/>
            <a:ext cx="115246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also calculates units of the results of calculations:</a:t>
            </a:r>
            <a:endParaRPr/>
          </a:p>
        </p:txBody>
      </p:sp>
      <p:pic>
        <p:nvPicPr>
          <p:cNvPr id="185" name="Google Shape;1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118" y="2180353"/>
            <a:ext cx="9071778" cy="213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/>
          <p:nvPr/>
        </p:nvSpPr>
        <p:spPr>
          <a:xfrm>
            <a:off x="162701" y="1142096"/>
            <a:ext cx="118943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also do conversions for you, using “.ito”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endParaRPr/>
          </a:p>
        </p:txBody>
      </p:sp>
      <p:pic>
        <p:nvPicPr>
          <p:cNvPr id="192" name="Google Shape;1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093" y="1744441"/>
            <a:ext cx="6889773" cy="1854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7093" y="3991707"/>
            <a:ext cx="6988255" cy="2039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"/>
          <p:cNvSpPr txBox="1"/>
          <p:nvPr/>
        </p:nvSpPr>
        <p:spPr>
          <a:xfrm>
            <a:off x="148806" y="509049"/>
            <a:ext cx="1189438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pint</a:t>
            </a:r>
            <a:endParaRPr/>
          </a:p>
        </p:txBody>
      </p:sp>
      <p:pic>
        <p:nvPicPr>
          <p:cNvPr id="200" name="Google Shape;20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598" y="3780692"/>
            <a:ext cx="9517224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let’s get started</a:t>
            </a:r>
            <a:endParaRPr b="1" i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6"/>
          <p:cNvPicPr preferRelativeResize="0"/>
          <p:nvPr/>
        </p:nvPicPr>
        <p:blipFill rotWithShape="1">
          <a:blip r:embed="rId3">
            <a:alphaModFix/>
          </a:blip>
          <a:srcRect b="0" l="0" r="0" t="20311"/>
          <a:stretch/>
        </p:blipFill>
        <p:spPr>
          <a:xfrm>
            <a:off x="430529" y="948917"/>
            <a:ext cx="11113605" cy="513489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2023-11-01T10:31:21Z</dcterms:created>
  <dc:creator>Steven</dc:creator>
</cp:coreProperties>
</file>