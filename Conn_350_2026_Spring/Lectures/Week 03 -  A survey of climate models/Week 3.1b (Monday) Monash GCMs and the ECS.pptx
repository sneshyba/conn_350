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sRkKPDcu9pRR6T0Ul826/Jfmc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GCM = Global Climate Model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hyperlink" Target="https://mscm.dkrz.de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hyperlink" Target="https://mscm.dkrz.de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s://mscm.dkrz.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hematic for a Climate Model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2028" y="192314"/>
            <a:ext cx="6858000" cy="65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0" y="0"/>
            <a:ext cx="646938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GCMs separate the world into grid cells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-7058" y="-510"/>
            <a:ext cx="12199057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Survey of RCP (“Representative Concentration Pathway) predictions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692585" y="757409"/>
            <a:ext cx="5395404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all combinations of: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four RCP scenarios </a:t>
            </a:r>
            <a:r>
              <a:rPr b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IPCC RCP2.6 CO2-forcing</a:t>
            </a:r>
            <a:r>
              <a:rPr b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IPCC RCP8.5 CO2-forcing</a:t>
            </a:r>
            <a:r>
              <a:rPr b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well as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2x CO2 forcing</a:t>
            </a:r>
            <a:r>
              <a:rPr b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Surface Temperature </a:t>
            </a:r>
            <a:r>
              <a:rPr b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Snow/Ice c</a:t>
            </a:r>
            <a:r>
              <a:rPr b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r>
              <a:rPr b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Series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(e.g., in the Map, are there parts of the world that are warming faster than others?)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IPCC RCP2.6 CO2-forcing</a:t>
            </a:r>
            <a:r>
              <a:rPr b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calculate 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Equilibrium Climate Sensitivity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58" y="949123"/>
            <a:ext cx="6699643" cy="551944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8412888" y="5946175"/>
            <a:ext cx="19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https://mscm.dkrz.de/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-7058" y="-510"/>
            <a:ext cx="12199057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the Equilibrium Climate Sensitivity (ECS) in Monash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6692585" y="2332739"/>
            <a:ext cx="4963121" cy="33300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044" r="-3068" t="-19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058" y="949123"/>
            <a:ext cx="6699643" cy="551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8412888" y="5946175"/>
            <a:ext cx="19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https://mscm.dkrz.de/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-4175" y="-2898"/>
            <a:ext cx="12184745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idea is that you’ll get familiar with each of the RCP scenarios 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2427110" y="6345528"/>
            <a:ext cx="110631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https://en.wikipedia.org/wiki/File:Global_mean_near-surface_air_temperature_and_thermosteric_sea-level_rise_anomalies_relative_to_the_2000%E2%80%932019_mean_for_RCP_climate_change_scenarios.webp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7616141" y="2489484"/>
            <a:ext cx="406271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Monash GCM runs will not tell us about uncertainties in these predictions, unfortunately.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4-fig-spm-5-t.gif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225" y="1100522"/>
            <a:ext cx="6883106" cy="4877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/>
        </p:nvSpPr>
        <p:spPr>
          <a:xfrm>
            <a:off x="-4175" y="-2898"/>
            <a:ext cx="12184745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Also, the world will go on past the year 2100 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Global mean near-surface air temperature and thermosteric sea-level rise anomalies relative to the 2000–2019 mean for RCP climate change scenarios.webp"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4737" y="1122653"/>
            <a:ext cx="7230807" cy="4916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616290" y="6345528"/>
            <a:ext cx="110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https://en.wikipedia.org/wiki/File:Global_mean_near-surface_air_temperature_and_thermosteric_sea-level_rise_anomalies_relative_to_the_2000%E2%80%932019_mean_for_RCP_climate_change_scenarios.webp</a:t>
            </a:r>
            <a:endParaRPr/>
          </a:p>
        </p:txBody>
      </p:sp>
      <p:pic>
        <p:nvPicPr>
          <p:cNvPr id="117" name="Google Shape;11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" y="2043289"/>
            <a:ext cx="4184303" cy="2585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-4175" y="-2898"/>
            <a:ext cx="12184745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let’s get started!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329" y="811354"/>
            <a:ext cx="9231648" cy="368428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" name="Google Shape;124;p6"/>
          <p:cNvSpPr txBox="1"/>
          <p:nvPr/>
        </p:nvSpPr>
        <p:spPr>
          <a:xfrm>
            <a:off x="8412888" y="5946175"/>
            <a:ext cx="19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https://mscm.dkrz.de/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2023-09-18T14:47:06Z</dcterms:created>
  <dc:creator>Steven</dc:creator>
</cp:coreProperties>
</file>