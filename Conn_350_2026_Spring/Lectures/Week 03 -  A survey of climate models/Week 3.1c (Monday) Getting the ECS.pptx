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58"/>
  </p:normalViewPr>
  <p:slideViewPr>
    <p:cSldViewPr snapToGrid="0">
      <p:cViewPr varScale="1">
        <p:scale>
          <a:sx n="112" d="100"/>
          <a:sy n="11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3C00-C85B-7C16-A2EF-1268BD121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32667-0840-E15D-A0FA-2AA197BC9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CC45D-14C1-F73D-C206-4B914676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91154-304A-8F2B-AAA9-09C22F6F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F9835-D7E9-55EF-14D9-24BC2219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7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72D4B-4631-BE4E-1678-468ED5A1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9393-3DF6-1B69-4422-D71BA3849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01A3E-72F1-D89F-63BF-55033A2D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AF01D-A838-0894-710C-6A1EE3C6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708AC-7F8D-4BB2-68FE-D9D185FB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E2FA-E4DF-3ED6-638C-53FFC9F5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BD421-D983-5975-3749-F3209309C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9D1D4-CB17-954A-E46C-2391AE04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1BFAB-1978-5D9A-55F0-2AEDD6A7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400A5-7A93-CACF-D8D3-D8AA19BB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8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D666-DAE8-B263-2AFF-72E94FCB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6AD45-0AD5-E879-90EB-2BAB817E1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8CEFC-8F2F-EF73-6518-FEC14F1E0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C55B1-54F2-5E40-7A05-53B8D71D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43F09-3F48-5436-9A28-C687C667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7F359-95BA-A77A-5BEE-E0963437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9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3B0B-E39E-F5CC-D6DB-F06FDA02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A0D0B-4517-F70F-FD23-0CEF10B4C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AE71C-01C2-B364-F877-DAF4135D1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8ECDA9-29D3-CA8C-046B-C96E522EA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B08DA-27B3-BD84-AACD-1F9945749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0AB3A-427A-4C1D-4F15-C4C62DE4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59A2C-77FD-2DC0-370D-7A9A60D4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83208-EBBC-EAF1-C2E7-9A59C4C7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9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FA695-A8D0-089F-F644-1B263769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75456-6E14-61EA-0BAE-3DB69B4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0D276-5CFE-2FA3-7477-76B9FA80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61B35-A346-C3B4-C852-68BBE745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4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B6646-A182-9B02-1683-1CAE43C72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6AF41-342B-2D1D-A638-88F8EDC0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9B6FF-EE0F-79DD-8B37-326B0597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9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287B-AB5F-674A-3DAD-61ADF84A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39BDB-85F5-1833-A70C-B4621ACA1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1B561-4AF6-A647-2D2E-44CA0151F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2E075-903C-BB35-0831-5E576064D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DB6E5-AA85-D85D-28B9-2086D5E9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C8A27-1837-8F91-A637-BE55DDE2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6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EF-C15B-E781-2A5C-C3312C78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0FE98-BA7F-E5D1-C22D-B474F909D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C64A2-F21F-FB98-EAB0-82B10828D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660EF-442F-5873-D1F3-3D8CFD248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CC247-B242-095F-80DF-A60017496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EDF08-E5CE-8B61-06DF-7BC71A75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4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580B-5E1D-CF60-2A7F-C77F9157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F21A9-2F5E-1C88-0E66-D091D866B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1038A-2DFF-2685-1989-A58718AD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765C0-5237-4DCD-E013-DBCECF49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246F-D0C1-10CB-0F5B-AE4F50C6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5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576FB-DC5F-B7E3-7B92-671C813B61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28ADD-99D0-EAA2-8A49-D88847839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F8BDF-E7D2-D96F-F40A-10A166F8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4228D-AD30-FDE0-1C3B-8AAD28110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A656-FE5C-DB2F-55DE-D5945CFA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8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7A2D55-80EC-7735-3C0B-AE24C661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92170-E344-7947-CDCA-AEB9BBF54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F8751-00A7-E8FB-386A-F9BF2474C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87685-6E36-064B-8CBD-4234CA24B9B0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C9382-A892-B875-FFC0-A802045AA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A5B63-9E01-177E-BDC9-505178D7F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9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11CEF6E6-47F1-8AC1-9424-5F6CEA5FE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175" y="-2898"/>
            <a:ext cx="12184745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dirty="0">
                <a:latin typeface="+mn-lt"/>
              </a:rPr>
              <a:t>Getting an Equilibrium Climate Sensitivity from a Monash-derived GCM</a:t>
            </a:r>
            <a:endParaRPr lang="en-US" altLang="en-US" sz="24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AFB77A-E196-7F83-DBAC-C15E658E90EB}"/>
                  </a:ext>
                </a:extLst>
              </p:cNvPr>
              <p:cNvSpPr txBox="1"/>
              <p:nvPr/>
            </p:nvSpPr>
            <p:spPr>
              <a:xfrm>
                <a:off x="126358" y="667235"/>
                <a:ext cx="698049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Let’s say you’re looking at a Monash GCM output like this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This is for the RCP4.5 scenario, having chosen the “Time Series” tab. Reading from the graph on the left, it looks like the amount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𝐶𝑂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/>
                  <a:t> in the air in 1950 was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~305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ppm</m:t>
                    </m:r>
                  </m:oMath>
                </a14:m>
                <a:r>
                  <a:rPr lang="en-US" sz="2000" dirty="0"/>
                  <a:t>, while the amount projected 150 years later, in the year 2100, is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~590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ppm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That means a predicted increase in atmospheric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𝐶𝑂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𝑪𝑶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590 −305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𝟖𝟓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𝐩𝐩𝐦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AFB77A-E196-7F83-DBAC-C15E658E9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58" y="667235"/>
                <a:ext cx="6980498" cy="2554545"/>
              </a:xfrm>
              <a:prstGeom prst="rect">
                <a:avLst/>
              </a:prstGeom>
              <a:blipFill>
                <a:blip r:embed="rId2"/>
                <a:stretch>
                  <a:fillRect l="-1091" t="-1485" b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70C8098-2076-A2B1-1E5F-CFBB26B49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051" y="505068"/>
            <a:ext cx="4363184" cy="27219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099ED7-43DE-0D15-8DB4-A1B9DF04DC64}"/>
                  </a:ext>
                </a:extLst>
              </p:cNvPr>
              <p:cNvSpPr txBox="1"/>
              <p:nvPr/>
            </p:nvSpPr>
            <p:spPr>
              <a:xfrm>
                <a:off x="126358" y="3229719"/>
                <a:ext cx="11822574" cy="3665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Is that prediction </a:t>
                </a:r>
                <a:r>
                  <a:rPr lang="en-US" sz="2000" b="1" dirty="0"/>
                  <a:t>scientifically realistic</a:t>
                </a:r>
                <a:r>
                  <a:rPr lang="en-US" sz="2000" dirty="0"/>
                  <a:t>? We can answer that question by looking at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𝐸𝐶𝑆</m:t>
                    </m:r>
                  </m:oMath>
                </a14:m>
                <a:r>
                  <a:rPr lang="en-US" sz="2000" dirty="0"/>
                  <a:t> (for Equilibrium Climate Sensitivity) built into Monash.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𝐸𝐶𝑆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𝐶𝑂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×290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𝑝𝑝𝑚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How do we do that? From the graph on the upper right, we can see that the surface temperature anomaly went from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000" dirty="0"/>
                  <a:t> in the year 1950, to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2.5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000" dirty="0"/>
                  <a:t> in the year 2100, an increase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000" dirty="0"/>
                  <a:t>. That means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𝐸𝐶𝑆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𝟖𝟓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𝐩𝐩𝐦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×290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𝑝𝑝𝑚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/ 2xCO</a:t>
                </a:r>
                <a:r>
                  <a:rPr lang="en-US" sz="2000" b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2000" b="1" dirty="0"/>
                  <a:t> </a:t>
                </a:r>
                <a:r>
                  <a:rPr lang="en-US" sz="2000" dirty="0"/>
                  <a:t>(“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2.3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000" dirty="0"/>
                  <a:t> warming for a doubling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𝐶𝑂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/>
                  <a:t>”).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For comparison, most models these days are predicting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/ 2xCO</a:t>
                </a:r>
                <a:r>
                  <a:rPr lang="en-US" sz="2000" b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2000" dirty="0"/>
                  <a:t>. So Monash seems to be a little on the  optimistic side – the planet will probably warm more than predicted by Monash in this scenario. Probably all of them, for that matter.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099ED7-43DE-0D15-8DB4-A1B9DF04D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58" y="3229719"/>
                <a:ext cx="11822574" cy="3665491"/>
              </a:xfrm>
              <a:prstGeom prst="rect">
                <a:avLst/>
              </a:prstGeom>
              <a:blipFill>
                <a:blip r:embed="rId4"/>
                <a:stretch>
                  <a:fillRect l="-644" t="-1038" b="-2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1B9620D-C3CE-028B-1794-25E09071F303}"/>
              </a:ext>
            </a:extLst>
          </p:cNvPr>
          <p:cNvCxnSpPr>
            <a:cxnSpLocks/>
          </p:cNvCxnSpPr>
          <p:nvPr/>
        </p:nvCxnSpPr>
        <p:spPr>
          <a:xfrm>
            <a:off x="6794339" y="914400"/>
            <a:ext cx="41668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90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258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7</cp:revision>
  <dcterms:created xsi:type="dcterms:W3CDTF">2025-09-15T19:51:16Z</dcterms:created>
  <dcterms:modified xsi:type="dcterms:W3CDTF">2026-02-02T03:36:18Z</dcterms:modified>
</cp:coreProperties>
</file>