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8JkFzSaFiY1tNnAz8BFDby6vB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Exponential growth and decay add (or subtract) an amount that is proportional to the current value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	Exponential growth increases at an increasing rate as the current value increases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	Exponential decay decreases at a decreasing rate as the value decreases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	k = 0.014 corresponds to a 1.4% increase or decrease per time step t</a:t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phet.colorado.edu/sims/cheerpj/greenhouse/latest/greenhouse.html?simulation=greenhouse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948940" y="1006614"/>
            <a:ext cx="9109710" cy="83099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kind of light (SW or LW) do GHG molecules absorb?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happens to those molecules when they absorb that light?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261366" y="5027354"/>
            <a:ext cx="2687574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https://phet.colorado.edu/sims/cheerpj/greenhouse/latest/greenhouse.html?simulation=greenhouse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Recap: Let’s talk about the concepts of radiative balance, SW, LW, and homeostasis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763" y="797462"/>
            <a:ext cx="1704594" cy="124930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2948940" y="2853059"/>
            <a:ext cx="9109710" cy="341632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Assuming radiative balance, why are there more LW photons leaving Earth than SW photons coming in?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seems to be the homeostatic temperature (in degrees K, C, F) with default settings?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much colder was it  back in 1750 compared to now?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much colder was it during ice ages compared to now?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effect do clouds have on SW photons?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LW photons?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temperature?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309" y="2853059"/>
            <a:ext cx="2601200" cy="1505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0" y="0"/>
            <a:ext cx="12192000" cy="4616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some vocabulary we’ll need to talk about exponential growth (and decay)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2871006" y="5646525"/>
            <a:ext cx="192622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902824" y="4575090"/>
            <a:ext cx="243068" cy="23998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102015" y="3713645"/>
            <a:ext cx="243068" cy="23998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5276615" y="1976220"/>
            <a:ext cx="243068" cy="23998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" name="Google Shape;99;p2"/>
          <p:cNvGrpSpPr/>
          <p:nvPr/>
        </p:nvGrpSpPr>
        <p:grpSpPr>
          <a:xfrm>
            <a:off x="0" y="1312786"/>
            <a:ext cx="6283612" cy="4717624"/>
            <a:chOff x="0" y="1312786"/>
            <a:chExt cx="6283612" cy="4717624"/>
          </a:xfrm>
        </p:grpSpPr>
        <p:grpSp>
          <p:nvGrpSpPr>
            <p:cNvPr id="100" name="Google Shape;100;p2"/>
            <p:cNvGrpSpPr/>
            <p:nvPr/>
          </p:nvGrpSpPr>
          <p:grpSpPr>
            <a:xfrm>
              <a:off x="0" y="1312786"/>
              <a:ext cx="6283612" cy="4717624"/>
              <a:chOff x="2384383" y="1949394"/>
              <a:chExt cx="6283612" cy="4717624"/>
            </a:xfrm>
          </p:grpSpPr>
          <p:pic>
            <p:nvPicPr>
              <p:cNvPr id="101" name="Google Shape;101;p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384383" y="1949394"/>
                <a:ext cx="6283612" cy="471762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2" name="Google Shape;102;p2"/>
              <p:cNvSpPr txBox="1"/>
              <p:nvPr/>
            </p:nvSpPr>
            <p:spPr>
              <a:xfrm>
                <a:off x="4799159" y="2605464"/>
                <a:ext cx="2838691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exponential growth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" name="Google Shape;103;p2"/>
            <p:cNvSpPr txBox="1"/>
            <p:nvPr/>
          </p:nvSpPr>
          <p:spPr>
            <a:xfrm>
              <a:off x="2694498" y="4528790"/>
              <a:ext cx="28386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exponential decay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" name="Google Shape;104;p2"/>
          <p:cNvSpPr txBox="1"/>
          <p:nvPr/>
        </p:nvSpPr>
        <p:spPr>
          <a:xfrm>
            <a:off x="3023406" y="5798925"/>
            <a:ext cx="192622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5911769" y="1827086"/>
            <a:ext cx="6114327" cy="83753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6663" l="-1653" r="0" t="-60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5911768" y="4528790"/>
            <a:ext cx="5767087" cy="8375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4921" l="-1756" r="0" t="-596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979515" y="2542978"/>
            <a:ext cx="1435261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904755" y="4577019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/>
        </p:nvSpPr>
        <p:spPr>
          <a:xfrm>
            <a:off x="0" y="0"/>
            <a:ext cx="12192000" cy="4616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some vocabulary we’ll need to talk about exponential growth (and decay)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" name="Google Shape;114;p3"/>
          <p:cNvGrpSpPr/>
          <p:nvPr/>
        </p:nvGrpSpPr>
        <p:grpSpPr>
          <a:xfrm>
            <a:off x="0" y="1312786"/>
            <a:ext cx="6283612" cy="4717624"/>
            <a:chOff x="2384383" y="1949394"/>
            <a:chExt cx="6283612" cy="4717624"/>
          </a:xfrm>
        </p:grpSpPr>
        <p:pic>
          <p:nvPicPr>
            <p:cNvPr id="115" name="Google Shape;115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84383" y="1949394"/>
              <a:ext cx="6283612" cy="47176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" name="Google Shape;116;p3"/>
            <p:cNvSpPr txBox="1"/>
            <p:nvPr/>
          </p:nvSpPr>
          <p:spPr>
            <a:xfrm>
              <a:off x="4799159" y="2605464"/>
              <a:ext cx="28386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exponential growth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3"/>
          <p:cNvSpPr txBox="1"/>
          <p:nvPr/>
        </p:nvSpPr>
        <p:spPr>
          <a:xfrm>
            <a:off x="2871006" y="5646525"/>
            <a:ext cx="192622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5705113" y="1774653"/>
            <a:ext cx="6283611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Exponential growth has a special quality you can see here: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long did it take to get from 1 to 2?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902824" y="4575090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3102015" y="3713645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979515" y="2542978"/>
            <a:ext cx="1435261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/>
        </p:nvSpPr>
        <p:spPr>
          <a:xfrm>
            <a:off x="0" y="0"/>
            <a:ext cx="12192000" cy="4616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some vocabulary we’ll need to talk about exponential growth (and decay)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" name="Google Shape;127;p4"/>
          <p:cNvGrpSpPr/>
          <p:nvPr/>
        </p:nvGrpSpPr>
        <p:grpSpPr>
          <a:xfrm>
            <a:off x="0" y="1312786"/>
            <a:ext cx="6283612" cy="4717624"/>
            <a:chOff x="2384383" y="1949394"/>
            <a:chExt cx="6283612" cy="4717624"/>
          </a:xfrm>
        </p:grpSpPr>
        <p:pic>
          <p:nvPicPr>
            <p:cNvPr id="128" name="Google Shape;128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84383" y="1949394"/>
              <a:ext cx="6283612" cy="47176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29;p4"/>
            <p:cNvSpPr txBox="1"/>
            <p:nvPr/>
          </p:nvSpPr>
          <p:spPr>
            <a:xfrm>
              <a:off x="4799159" y="2605464"/>
              <a:ext cx="28386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exponential growth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" name="Google Shape;130;p4"/>
          <p:cNvSpPr txBox="1"/>
          <p:nvPr/>
        </p:nvSpPr>
        <p:spPr>
          <a:xfrm>
            <a:off x="2871006" y="5646525"/>
            <a:ext cx="192622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5705113" y="1774653"/>
            <a:ext cx="6283611" cy="14465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7822" l="-1208" r="0" t="-260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902824" y="4575090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3102015" y="3713645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979515" y="2542978"/>
            <a:ext cx="1435261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/>
          <p:nvPr/>
        </p:nvSpPr>
        <p:spPr>
          <a:xfrm>
            <a:off x="0" y="0"/>
            <a:ext cx="12192000" cy="4616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some vocabulary we’ll need to talk about exponential growth (and decay)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" name="Google Shape;140;p5"/>
          <p:cNvGrpSpPr/>
          <p:nvPr/>
        </p:nvGrpSpPr>
        <p:grpSpPr>
          <a:xfrm>
            <a:off x="0" y="1312786"/>
            <a:ext cx="6283612" cy="4717624"/>
            <a:chOff x="2384383" y="1949394"/>
            <a:chExt cx="6283612" cy="4717624"/>
          </a:xfrm>
        </p:grpSpPr>
        <p:pic>
          <p:nvPicPr>
            <p:cNvPr id="141" name="Google Shape;141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84383" y="1949394"/>
              <a:ext cx="6283612" cy="47176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5"/>
            <p:cNvSpPr txBox="1"/>
            <p:nvPr/>
          </p:nvSpPr>
          <p:spPr>
            <a:xfrm>
              <a:off x="4799159" y="2605464"/>
              <a:ext cx="28386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exponential growth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p5"/>
          <p:cNvSpPr txBox="1"/>
          <p:nvPr/>
        </p:nvSpPr>
        <p:spPr>
          <a:xfrm>
            <a:off x="2871006" y="5646525"/>
            <a:ext cx="192622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5705113" y="1774653"/>
            <a:ext cx="6283611" cy="178510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629" l="-1208" r="0" t="-21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902824" y="4575090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102015" y="3713645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979515" y="2542978"/>
            <a:ext cx="1435261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322917" y="1954791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 txBox="1"/>
          <p:nvPr/>
        </p:nvSpPr>
        <p:spPr>
          <a:xfrm>
            <a:off x="0" y="0"/>
            <a:ext cx="12192000" cy="4616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some vocabulary we’ll need to talk about exponential growth (and decay)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" name="Google Shape;154;p6"/>
          <p:cNvGrpSpPr/>
          <p:nvPr/>
        </p:nvGrpSpPr>
        <p:grpSpPr>
          <a:xfrm>
            <a:off x="0" y="1312786"/>
            <a:ext cx="6283612" cy="4717624"/>
            <a:chOff x="2384383" y="1949394"/>
            <a:chExt cx="6283612" cy="4717624"/>
          </a:xfrm>
        </p:grpSpPr>
        <p:pic>
          <p:nvPicPr>
            <p:cNvPr id="155" name="Google Shape;15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84383" y="1949394"/>
              <a:ext cx="6283612" cy="47176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6"/>
            <p:cNvSpPr txBox="1"/>
            <p:nvPr/>
          </p:nvSpPr>
          <p:spPr>
            <a:xfrm>
              <a:off x="4799159" y="2605464"/>
              <a:ext cx="28386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exponential growth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" name="Google Shape;157;p6"/>
          <p:cNvSpPr txBox="1"/>
          <p:nvPr/>
        </p:nvSpPr>
        <p:spPr>
          <a:xfrm>
            <a:off x="2871006" y="5646525"/>
            <a:ext cx="192622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5705113" y="1774653"/>
            <a:ext cx="6283611" cy="178510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629" l="-1208" r="0" t="-21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902824" y="4575090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102015" y="3713645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979515" y="2542978"/>
            <a:ext cx="1435261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322917" y="1954791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 txBox="1"/>
          <p:nvPr/>
        </p:nvSpPr>
        <p:spPr>
          <a:xfrm>
            <a:off x="0" y="0"/>
            <a:ext cx="12192000" cy="4616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some vocabulary we’ll need to talk about exponential growth (and decay)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" name="Google Shape;168;p7"/>
          <p:cNvGrpSpPr/>
          <p:nvPr/>
        </p:nvGrpSpPr>
        <p:grpSpPr>
          <a:xfrm>
            <a:off x="0" y="1312786"/>
            <a:ext cx="6283612" cy="4717624"/>
            <a:chOff x="2384383" y="1949394"/>
            <a:chExt cx="6283612" cy="4717624"/>
          </a:xfrm>
        </p:grpSpPr>
        <p:pic>
          <p:nvPicPr>
            <p:cNvPr id="169" name="Google Shape;1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84383" y="1949394"/>
              <a:ext cx="6283612" cy="47176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7"/>
            <p:cNvSpPr txBox="1"/>
            <p:nvPr/>
          </p:nvSpPr>
          <p:spPr>
            <a:xfrm>
              <a:off x="4799159" y="2605464"/>
              <a:ext cx="28386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exponential growth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1" name="Google Shape;171;p7"/>
          <p:cNvSpPr txBox="1"/>
          <p:nvPr/>
        </p:nvSpPr>
        <p:spPr>
          <a:xfrm>
            <a:off x="2871006" y="5646525"/>
            <a:ext cx="192622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5705113" y="1774653"/>
            <a:ext cx="6283611" cy="246221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4100" l="-1208" r="0" t="-153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902824" y="4575090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102015" y="3713645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979515" y="2542978"/>
            <a:ext cx="1435261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5322917" y="1954791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 txBox="1"/>
          <p:nvPr/>
        </p:nvSpPr>
        <p:spPr>
          <a:xfrm>
            <a:off x="0" y="0"/>
            <a:ext cx="12192000" cy="4616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some vocabulary we’ll need to talk about exponential growth (and decay)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" name="Google Shape;182;p8"/>
          <p:cNvGrpSpPr/>
          <p:nvPr/>
        </p:nvGrpSpPr>
        <p:grpSpPr>
          <a:xfrm>
            <a:off x="0" y="1312786"/>
            <a:ext cx="6283612" cy="4717624"/>
            <a:chOff x="2384383" y="1949394"/>
            <a:chExt cx="6283612" cy="4717624"/>
          </a:xfrm>
        </p:grpSpPr>
        <p:pic>
          <p:nvPicPr>
            <p:cNvPr id="183" name="Google Shape;183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84383" y="1949394"/>
              <a:ext cx="6283612" cy="47176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p8"/>
            <p:cNvSpPr txBox="1"/>
            <p:nvPr/>
          </p:nvSpPr>
          <p:spPr>
            <a:xfrm>
              <a:off x="4799159" y="2605464"/>
              <a:ext cx="28386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exponential growth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5" name="Google Shape;185;p8"/>
          <p:cNvSpPr txBox="1"/>
          <p:nvPr/>
        </p:nvSpPr>
        <p:spPr>
          <a:xfrm>
            <a:off x="2871006" y="5646525"/>
            <a:ext cx="192622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 txBox="1"/>
          <p:nvPr/>
        </p:nvSpPr>
        <p:spPr>
          <a:xfrm>
            <a:off x="5705113" y="1774653"/>
            <a:ext cx="6283611" cy="362836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087" l="-1208" r="-1406" t="-10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902824" y="4575090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3102015" y="3713645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979515" y="2542978"/>
            <a:ext cx="1435261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322917" y="1954791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"/>
          <p:cNvSpPr txBox="1"/>
          <p:nvPr/>
        </p:nvSpPr>
        <p:spPr>
          <a:xfrm>
            <a:off x="0" y="0"/>
            <a:ext cx="12192000" cy="4616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some vocabulary we’ll need to talk about exponential growth (and decay)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6" name="Google Shape;196;p9"/>
          <p:cNvGrpSpPr/>
          <p:nvPr/>
        </p:nvGrpSpPr>
        <p:grpSpPr>
          <a:xfrm>
            <a:off x="0" y="1312786"/>
            <a:ext cx="6283612" cy="4717624"/>
            <a:chOff x="2384383" y="1949394"/>
            <a:chExt cx="6283612" cy="4717624"/>
          </a:xfrm>
        </p:grpSpPr>
        <p:pic>
          <p:nvPicPr>
            <p:cNvPr id="197" name="Google Shape;197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84383" y="1949394"/>
              <a:ext cx="6283612" cy="47176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9"/>
            <p:cNvSpPr txBox="1"/>
            <p:nvPr/>
          </p:nvSpPr>
          <p:spPr>
            <a:xfrm>
              <a:off x="4799159" y="2605464"/>
              <a:ext cx="28386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exponential growth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" name="Google Shape;199;p9"/>
          <p:cNvSpPr txBox="1"/>
          <p:nvPr/>
        </p:nvSpPr>
        <p:spPr>
          <a:xfrm>
            <a:off x="2871006" y="5646525"/>
            <a:ext cx="192622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5705113" y="1774653"/>
            <a:ext cx="6283611" cy="362836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087" l="-1208" r="-1406" t="-10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902824" y="4575090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3102015" y="3713645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979515" y="2542978"/>
            <a:ext cx="1435261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5322917" y="1954791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 txBox="1"/>
          <p:nvPr/>
        </p:nvSpPr>
        <p:spPr>
          <a:xfrm>
            <a:off x="0" y="0"/>
            <a:ext cx="12192000" cy="4616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some vocabulary we’ll need to talk about exponential growth (and decay)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12786"/>
            <a:ext cx="6283612" cy="471762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0"/>
          <p:cNvSpPr txBox="1"/>
          <p:nvPr/>
        </p:nvSpPr>
        <p:spPr>
          <a:xfrm>
            <a:off x="2871006" y="5646525"/>
            <a:ext cx="192622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5705113" y="1774653"/>
            <a:ext cx="6283611" cy="178510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629" l="-1208" r="0" t="-21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902824" y="4575090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3102015" y="4998431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 txBox="1"/>
          <p:nvPr/>
        </p:nvSpPr>
        <p:spPr>
          <a:xfrm>
            <a:off x="979515" y="2542978"/>
            <a:ext cx="1435261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322917" y="5207276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2694498" y="4528790"/>
            <a:ext cx="28386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exponential decay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/>
          <p:nvPr/>
        </p:nvSpPr>
        <p:spPr>
          <a:xfrm>
            <a:off x="0" y="0"/>
            <a:ext cx="12192000" cy="4616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some vocabulary we’ll need to talk about exponential growth (and decay)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12786"/>
            <a:ext cx="6283612" cy="471762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1"/>
          <p:cNvSpPr txBox="1"/>
          <p:nvPr/>
        </p:nvSpPr>
        <p:spPr>
          <a:xfrm>
            <a:off x="2871006" y="5646525"/>
            <a:ext cx="192622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5705113" y="1774653"/>
            <a:ext cx="6283611" cy="249254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043" l="-1208" r="0" t="-151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902824" y="4575090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3102015" y="4998431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979515" y="2542978"/>
            <a:ext cx="1435261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5322917" y="5207276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2694498" y="4528790"/>
            <a:ext cx="28386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exponential decay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"/>
          <p:cNvSpPr txBox="1"/>
          <p:nvPr/>
        </p:nvSpPr>
        <p:spPr>
          <a:xfrm>
            <a:off x="0" y="0"/>
            <a:ext cx="12192000" cy="4616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some vocabulary we’ll need to talk about exponential growth (and decay)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12786"/>
            <a:ext cx="6283612" cy="471762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2"/>
          <p:cNvSpPr txBox="1"/>
          <p:nvPr/>
        </p:nvSpPr>
        <p:spPr>
          <a:xfrm>
            <a:off x="2871006" y="5646525"/>
            <a:ext cx="192622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2"/>
          <p:cNvSpPr txBox="1"/>
          <p:nvPr/>
        </p:nvSpPr>
        <p:spPr>
          <a:xfrm>
            <a:off x="5705113" y="1774653"/>
            <a:ext cx="6283611" cy="332014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278" l="-1208" r="0" t="-113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902824" y="4575090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3102015" y="4998431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 txBox="1"/>
          <p:nvPr/>
        </p:nvSpPr>
        <p:spPr>
          <a:xfrm>
            <a:off x="979515" y="2542978"/>
            <a:ext cx="1435261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5322917" y="5207276"/>
            <a:ext cx="243068" cy="23998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 txBox="1"/>
          <p:nvPr/>
        </p:nvSpPr>
        <p:spPr>
          <a:xfrm>
            <a:off x="2694498" y="4528790"/>
            <a:ext cx="28386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exponential decay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"/>
          <p:cNvSpPr txBox="1"/>
          <p:nvPr/>
        </p:nvSpPr>
        <p:spPr>
          <a:xfrm>
            <a:off x="0" y="0"/>
            <a:ext cx="12192000" cy="8309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We’ll also need to gain skill in setting up conditional (“If and While”) operations, and how to set up loops (because to simulate the climate we’ll need to loop over time).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13"/>
          <p:cNvPicPr preferRelativeResize="0"/>
          <p:nvPr/>
        </p:nvPicPr>
        <p:blipFill rotWithShape="1">
          <a:blip r:embed="rId3">
            <a:alphaModFix/>
          </a:blip>
          <a:srcRect b="2" l="0" r="75989" t="48675"/>
          <a:stretch/>
        </p:blipFill>
        <p:spPr>
          <a:xfrm>
            <a:off x="1413798" y="1010125"/>
            <a:ext cx="1835713" cy="560549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0" name="Google Shape;25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6549" y="1718420"/>
            <a:ext cx="8000890" cy="1677606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1" name="Google Shape;251;p13"/>
          <p:cNvPicPr preferRelativeResize="0"/>
          <p:nvPr/>
        </p:nvPicPr>
        <p:blipFill rotWithShape="1">
          <a:blip r:embed="rId5">
            <a:alphaModFix/>
          </a:blip>
          <a:srcRect b="-3376" l="0" r="77276" t="55546"/>
          <a:stretch/>
        </p:blipFill>
        <p:spPr>
          <a:xfrm>
            <a:off x="1413798" y="4120586"/>
            <a:ext cx="1722941" cy="46166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2" name="Google Shape;25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66549" y="4735457"/>
            <a:ext cx="9488098" cy="1824634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2024-09-01T00:20:12Z</dcterms:created>
  <dc:creator>Steven</dc:creator>
</cp:coreProperties>
</file>