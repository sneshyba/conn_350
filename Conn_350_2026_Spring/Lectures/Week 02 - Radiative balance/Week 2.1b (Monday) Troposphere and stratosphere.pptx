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A9o38TFpScn83Ih0d9ucBuui5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Tropo means change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Troposphere is heated by the earth and </a:t>
            </a:r>
            <a:r>
              <a:rPr lang="en-US"/>
              <a:t>experiences</a:t>
            </a:r>
            <a:r>
              <a:rPr lang="en-US"/>
              <a:t> a decrease in pressure (adiabatic cooling) with height (ideal gas law) both </a:t>
            </a:r>
            <a:r>
              <a:rPr lang="en-US"/>
              <a:t>cause</a:t>
            </a:r>
            <a:r>
              <a:rPr lang="en-US"/>
              <a:t> a decrease in temperature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Troposphere contains 75% of total gases and over 99% of water vapor</a:t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Ozone layer absorbs and converts UV radiation to heat, formation of ozone is also an exothermic (heat creating) reaction energized by UV light</a:t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apollo.lsc.vsc.edu/classes/met130/notes/chapter1/graphics/everest.jpg" TargetMode="External"/><Relationship Id="rId4" Type="http://schemas.openxmlformats.org/officeDocument/2006/relationships/image" Target="../media/image5.jp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Earth.nullschool.net, we can change the “height,” but the numbers are in pressure units …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720840" y="531808"/>
            <a:ext cx="53378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#1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a barometric chart. </a:t>
            </a:r>
            <a:endParaRPr/>
          </a:p>
        </p:txBody>
      </p:sp>
      <p:pic>
        <p:nvPicPr>
          <p:cNvPr descr="Vertical Profile of pressure in the atmosphere" id="90" name="Google Shape;90;p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7705" l="2097" r="2315" t="2251"/>
          <a:stretch/>
        </p:blipFill>
        <p:spPr>
          <a:xfrm>
            <a:off x="6923314" y="954596"/>
            <a:ext cx="4233272" cy="414302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" y="943288"/>
            <a:ext cx="6393180" cy="412530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354875" y="1252651"/>
            <a:ext cx="4343460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How does the pressure tell us the height? 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7103422" y="5097623"/>
            <a:ext cx="387305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4" l="0" r="0" t="-66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47145" y="5501986"/>
            <a:ext cx="11897710" cy="120032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0525" l="-852" r="0" t="-42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troposphere and the stratosphere</a:t>
            </a:r>
            <a:endParaRPr/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6265"/>
            <a:ext cx="6384052" cy="4788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6437364" y="1160538"/>
            <a:ext cx="565713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troposphere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stratosphere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defined by turnarounds in the temperature.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troposphere and the stratosphere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6265"/>
            <a:ext cx="6384052" cy="4788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6437364" y="1160538"/>
            <a:ext cx="565713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troposphere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stratosphere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defined by turnarounds in the temperature.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troposphere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where most of 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and climate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takes place. 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troposphere and the stratosphere</a:t>
            </a:r>
            <a:endParaRPr/>
          </a:p>
        </p:txBody>
      </p:sp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6265"/>
            <a:ext cx="6384052" cy="478803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6437364" y="1160538"/>
            <a:ext cx="5657137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troposphere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stratosphere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defined by turnarounds in the temperature.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troposphere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where most of 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and climate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takes place.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 below the top of the stratosphere is the </a:t>
            </a: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ozone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cxnSp>
        <p:nvCxnSpPr>
          <p:cNvPr id="116" name="Google Shape;116;p4"/>
          <p:cNvCxnSpPr/>
          <p:nvPr/>
        </p:nvCxnSpPr>
        <p:spPr>
          <a:xfrm>
            <a:off x="856527" y="4027990"/>
            <a:ext cx="420161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troposphere and the stratosphere</a:t>
            </a:r>
            <a:endParaRPr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6265"/>
            <a:ext cx="6384052" cy="478803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6437364" y="1160538"/>
            <a:ext cx="5657137" cy="378565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75" l="-1565" r="-2012" t="-16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24" name="Google Shape;124;p5"/>
          <p:cNvCxnSpPr/>
          <p:nvPr/>
        </p:nvCxnSpPr>
        <p:spPr>
          <a:xfrm>
            <a:off x="856527" y="4027990"/>
            <a:ext cx="420161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troposphere and the stratosphere</a:t>
            </a:r>
            <a:endParaRPr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6265"/>
            <a:ext cx="6384052" cy="478803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6437364" y="1160538"/>
            <a:ext cx="5657137" cy="489364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811" l="-1565" r="-2012" t="-12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32" name="Google Shape;132;p6"/>
          <p:cNvGrpSpPr/>
          <p:nvPr/>
        </p:nvGrpSpPr>
        <p:grpSpPr>
          <a:xfrm>
            <a:off x="1995851" y="5754143"/>
            <a:ext cx="2989090" cy="1296237"/>
            <a:chOff x="1284651" y="5550942"/>
            <a:chExt cx="2989090" cy="1296237"/>
          </a:xfrm>
        </p:grpSpPr>
        <p:sp>
          <p:nvSpPr>
            <p:cNvPr id="133" name="Google Shape;133;p6"/>
            <p:cNvSpPr txBox="1"/>
            <p:nvPr/>
          </p:nvSpPr>
          <p:spPr>
            <a:xfrm rot="-1881650">
              <a:off x="1248229" y="6014395"/>
              <a:ext cx="18142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Tacoma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6"/>
            <p:cNvSpPr txBox="1"/>
            <p:nvPr/>
          </p:nvSpPr>
          <p:spPr>
            <a:xfrm rot="-1975730">
              <a:off x="2504808" y="6014395"/>
              <a:ext cx="18142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Seattle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5" name="Google Shape;135;p6"/>
          <p:cNvCxnSpPr/>
          <p:nvPr/>
        </p:nvCxnSpPr>
        <p:spPr>
          <a:xfrm>
            <a:off x="856527" y="4027990"/>
            <a:ext cx="420161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2020-01-23T15:38:57Z</dcterms:created>
  <dc:creator>Steven</dc:creator>
</cp:coreProperties>
</file>