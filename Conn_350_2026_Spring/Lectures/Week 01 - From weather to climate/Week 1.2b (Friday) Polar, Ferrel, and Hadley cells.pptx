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6BqfEHNEVExO3yLhspjDW9nKw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hadley cells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1345" y="955008"/>
            <a:ext cx="8672950" cy="556514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269104" y="2348338"/>
            <a:ext cx="349134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vertical structure shown here is highly exaggerated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 rot="-4604197">
            <a:off x="8785188" y="3933906"/>
            <a:ext cx="226214" cy="440724"/>
          </a:xfrm>
          <a:prstGeom prst="upDownArrow">
            <a:avLst>
              <a:gd fmla="val 50000" name="adj1"/>
              <a:gd fmla="val 31680" name="adj2"/>
            </a:avLst>
          </a:prstGeom>
          <a:solidFill>
            <a:srgbClr val="FF0000">
              <a:alpha val="60784"/>
            </a:srgbClr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>
            <p:ph type="title"/>
          </p:nvPr>
        </p:nvSpPr>
        <p:spPr>
          <a:xfrm>
            <a:off x="0" y="1"/>
            <a:ext cx="12192000" cy="4800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Polar, Ferrel, and Hadley cells</a:t>
            </a:r>
            <a:endParaRPr/>
          </a:p>
        </p:txBody>
      </p:sp>
      <p:grpSp>
        <p:nvGrpSpPr>
          <p:cNvPr id="93" name="Google Shape;93;p1"/>
          <p:cNvGrpSpPr/>
          <p:nvPr/>
        </p:nvGrpSpPr>
        <p:grpSpPr>
          <a:xfrm>
            <a:off x="529340" y="4964575"/>
            <a:ext cx="1678618" cy="1265078"/>
            <a:chOff x="6297048" y="2075495"/>
            <a:chExt cx="4656460" cy="3303105"/>
          </a:xfrm>
        </p:grpSpPr>
        <p:pic>
          <p:nvPicPr>
            <p:cNvPr descr="Top 15 Fresh And Beautiful Apple Wallpapers In HD" id="94" name="Google Shape;94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97048" y="2075495"/>
              <a:ext cx="4656460" cy="330310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5" name="Google Shape;95;p1"/>
            <p:cNvCxnSpPr/>
            <p:nvPr/>
          </p:nvCxnSpPr>
          <p:spPr>
            <a:xfrm>
              <a:off x="9290957" y="3876818"/>
              <a:ext cx="555172" cy="544711"/>
            </a:xfrm>
            <a:prstGeom prst="straightConnector1">
              <a:avLst/>
            </a:prstGeom>
            <a:noFill/>
            <a:ln cap="flat" cmpd="sng" w="127000">
              <a:solidFill>
                <a:srgbClr val="FF0000">
                  <a:alpha val="52941"/>
                </a:srgbClr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96" name="Google Shape;96;p1"/>
            <p:cNvCxnSpPr/>
            <p:nvPr/>
          </p:nvCxnSpPr>
          <p:spPr>
            <a:xfrm rot="10800000">
              <a:off x="9846129" y="4421529"/>
              <a:ext cx="571500" cy="575014"/>
            </a:xfrm>
            <a:prstGeom prst="straightConnector1">
              <a:avLst/>
            </a:prstGeom>
            <a:noFill/>
            <a:ln cap="flat" cmpd="sng" w="127000">
              <a:solidFill>
                <a:srgbClr val="FF0000">
                  <a:alpha val="53725"/>
                </a:srgbClr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hadley cell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1345" y="955008"/>
            <a:ext cx="8672950" cy="556514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/>
          <p:nvPr/>
        </p:nvSpPr>
        <p:spPr>
          <a:xfrm>
            <a:off x="27705" y="1628248"/>
            <a:ext cx="349134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Uplift zones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Rising air tends to make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cloudy skies, storms, and wet climates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Subsidence zones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Descending air tends to make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 skies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dry climates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</p:txBody>
      </p:sp>
      <p:sp>
        <p:nvSpPr>
          <p:cNvPr id="104" name="Google Shape;104;p2"/>
          <p:cNvSpPr txBox="1"/>
          <p:nvPr>
            <p:ph type="title"/>
          </p:nvPr>
        </p:nvSpPr>
        <p:spPr>
          <a:xfrm>
            <a:off x="0" y="1"/>
            <a:ext cx="12192000" cy="4800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Polar, Ferrel, and Hadley cells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97210" y="1432936"/>
            <a:ext cx="3271080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seems to be happening is a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poleward shift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Ferrel/Hadley subsidence zones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(the shift is shown with arrows).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There’s also an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intensification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all of the zones (more vigorous subsidence, more vigorous uplift)</a:t>
            </a:r>
            <a:endParaRPr/>
          </a:p>
        </p:txBody>
      </p:sp>
      <p:sp>
        <p:nvSpPr>
          <p:cNvPr id="111" name="Google Shape;111;p3"/>
          <p:cNvSpPr txBox="1"/>
          <p:nvPr>
            <p:ph type="title"/>
          </p:nvPr>
        </p:nvSpPr>
        <p:spPr>
          <a:xfrm>
            <a:off x="0" y="1"/>
            <a:ext cx="12192000" cy="4800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Poleward shift of these zones</a:t>
            </a:r>
            <a:endParaRPr/>
          </a:p>
        </p:txBody>
      </p:sp>
      <p:grpSp>
        <p:nvGrpSpPr>
          <p:cNvPr id="112" name="Google Shape;112;p3"/>
          <p:cNvGrpSpPr/>
          <p:nvPr/>
        </p:nvGrpSpPr>
        <p:grpSpPr>
          <a:xfrm>
            <a:off x="3491345" y="955008"/>
            <a:ext cx="8672950" cy="5565143"/>
            <a:chOff x="3491345" y="955008"/>
            <a:chExt cx="8672950" cy="5565143"/>
          </a:xfrm>
        </p:grpSpPr>
        <p:pic>
          <p:nvPicPr>
            <p:cNvPr descr="Image result for hadley cells" id="113" name="Google Shape;113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91345" y="955008"/>
              <a:ext cx="8672950" cy="55651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3"/>
            <p:cNvSpPr/>
            <p:nvPr/>
          </p:nvSpPr>
          <p:spPr>
            <a:xfrm rot="-3075295">
              <a:off x="4694187" y="2365468"/>
              <a:ext cx="381964" cy="26621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 rot="3288995">
              <a:off x="4689678" y="5070870"/>
              <a:ext cx="381964" cy="26621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 rot="-6375068">
              <a:off x="8863002" y="2597730"/>
              <a:ext cx="381964" cy="26621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 rot="6952754">
              <a:off x="8784562" y="5454811"/>
              <a:ext cx="381964" cy="26621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 result for hadley cells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1345" y="955008"/>
            <a:ext cx="8672950" cy="556514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-12923" y="766276"/>
            <a:ext cx="3491345" cy="5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1: Suppose you live in a location just poleward a pre-industrial subsidence center (“x”, like  Santiago, Chile). Given that subsidence is associated with dry, hot (desert-like) conditions, what’s your prediction? (Hint: this is a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shift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question.)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2: Suppose you live in a pre-industrial uplift center (“y”). What’s your prediction? (Hint: this is an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intensification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question.)</a:t>
            </a:r>
            <a:endParaRPr/>
          </a:p>
        </p:txBody>
      </p:sp>
      <p:sp>
        <p:nvSpPr>
          <p:cNvPr id="125" name="Google Shape;125;p4"/>
          <p:cNvSpPr txBox="1"/>
          <p:nvPr>
            <p:ph type="title"/>
          </p:nvPr>
        </p:nvSpPr>
        <p:spPr>
          <a:xfrm>
            <a:off x="0" y="0"/>
            <a:ext cx="12192000" cy="5884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Think-pair-share about perceptions of climate change for somebody who lives near a cell boundary</a:t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 rot="-3075295">
            <a:off x="4694187" y="2365468"/>
            <a:ext cx="381964" cy="26621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 rot="3288995">
            <a:off x="4689678" y="5070870"/>
            <a:ext cx="381964" cy="26621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 rot="-6375068">
            <a:off x="8863002" y="2597730"/>
            <a:ext cx="381964" cy="26621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 rot="6952754">
            <a:off x="8784562" y="5454811"/>
            <a:ext cx="381964" cy="266218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6101787" y="5092556"/>
            <a:ext cx="3819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8134245" y="2313911"/>
            <a:ext cx="3819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5829478" y="2077932"/>
            <a:ext cx="3819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6607612" y="1616267"/>
            <a:ext cx="3819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2024-08-31T23:45:18Z</dcterms:created>
  <dc:creator>Steven</dc:creator>
</cp:coreProperties>
</file>