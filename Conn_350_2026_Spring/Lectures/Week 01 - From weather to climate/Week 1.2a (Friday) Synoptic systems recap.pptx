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F6XOl7rlEVma+95SiHNfc8v/V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333"/>
                </a:solidFill>
                <a:highlight>
                  <a:srgbClr val="FFFFFF"/>
                </a:highlight>
              </a:rPr>
              <a:t>Jet streams are relatively narrow bands of strong wind in the upper levels of the atmosphere, typically occurring around 30,000 feet (9,100 meters) in elevation.</a:t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Ex: Amazon Rainforest</a:t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ography--Atmosphere: Lecture one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908" y="826185"/>
            <a:ext cx="8102600" cy="455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Cyclonic &amp; anticyclonic wind directions  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3048000" y="5750005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https://revision.co.zw/cyclones/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0" y="0"/>
            <a:ext cx="6851374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Cyclonic &amp; anticyclonic wind directions  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631" y="1846432"/>
            <a:ext cx="6292195" cy="3731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52539" t="0"/>
          <a:stretch/>
        </p:blipFill>
        <p:spPr>
          <a:xfrm>
            <a:off x="7766948" y="145690"/>
            <a:ext cx="2015593" cy="318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50000" r="0" t="0"/>
          <a:stretch/>
        </p:blipFill>
        <p:spPr>
          <a:xfrm>
            <a:off x="7766948" y="3371822"/>
            <a:ext cx="2158930" cy="323839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1895060" y="2826026"/>
            <a:ext cx="1563756" cy="1282148"/>
          </a:xfrm>
          <a:prstGeom prst="arc">
            <a:avLst>
              <a:gd fmla="val 16200000" name="adj1"/>
              <a:gd fmla="val 11955800" name="adj2"/>
            </a:avLst>
          </a:prstGeom>
          <a:noFill/>
          <a:ln cap="flat" cmpd="sng" w="5080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0" y="0"/>
            <a:ext cx="6851374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Cyclonic &amp; anticyclonic wind directions  </a:t>
            </a:r>
            <a:endParaRPr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631" y="1846432"/>
            <a:ext cx="6292195" cy="3731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52539" t="0"/>
          <a:stretch/>
        </p:blipFill>
        <p:spPr>
          <a:xfrm>
            <a:off x="7766948" y="145690"/>
            <a:ext cx="2015593" cy="318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50000" r="0" t="0"/>
          <a:stretch/>
        </p:blipFill>
        <p:spPr>
          <a:xfrm>
            <a:off x="7766948" y="3371822"/>
            <a:ext cx="2158930" cy="3238395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" name="Google Shape;104;p3"/>
          <p:cNvSpPr/>
          <p:nvPr/>
        </p:nvSpPr>
        <p:spPr>
          <a:xfrm>
            <a:off x="1895060" y="2826026"/>
            <a:ext cx="1563756" cy="1282148"/>
          </a:xfrm>
          <a:prstGeom prst="arc">
            <a:avLst>
              <a:gd fmla="val 16200000" name="adj1"/>
              <a:gd fmla="val 11955800" name="adj2"/>
            </a:avLst>
          </a:prstGeom>
          <a:noFill/>
          <a:ln cap="flat" cmpd="sng" w="5080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839" y="1645134"/>
            <a:ext cx="7319255" cy="388578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/>
        </p:nvSpPr>
        <p:spPr>
          <a:xfrm>
            <a:off x="0" y="0"/>
            <a:ext cx="6851374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Cyclonic &amp; anticyclonic wind directions  </a:t>
            </a:r>
            <a:endParaRPr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0" r="52539" t="0"/>
          <a:stretch/>
        </p:blipFill>
        <p:spPr>
          <a:xfrm>
            <a:off x="7766948" y="145690"/>
            <a:ext cx="2015593" cy="318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4">
            <a:alphaModFix/>
          </a:blip>
          <a:srcRect b="0" l="50000" r="0" t="0"/>
          <a:stretch/>
        </p:blipFill>
        <p:spPr>
          <a:xfrm>
            <a:off x="7766948" y="3371822"/>
            <a:ext cx="2158930" cy="323839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 flipH="1">
            <a:off x="3074503" y="2865782"/>
            <a:ext cx="1736036" cy="1374913"/>
          </a:xfrm>
          <a:prstGeom prst="arc">
            <a:avLst>
              <a:gd fmla="val 16200000" name="adj1"/>
              <a:gd fmla="val 11955800" name="adj2"/>
            </a:avLst>
          </a:prstGeom>
          <a:noFill/>
          <a:ln cap="flat" cmpd="sng" w="5080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839" y="1645134"/>
            <a:ext cx="7319255" cy="388578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/>
        </p:nvSpPr>
        <p:spPr>
          <a:xfrm>
            <a:off x="0" y="0"/>
            <a:ext cx="6851374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Cyclonic &amp; anticyclonic wind directions  </a:t>
            </a:r>
            <a:endParaRPr/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52539" t="0"/>
          <a:stretch/>
        </p:blipFill>
        <p:spPr>
          <a:xfrm>
            <a:off x="7766948" y="145690"/>
            <a:ext cx="2015593" cy="3185176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p5"/>
          <p:cNvPicPr preferRelativeResize="0"/>
          <p:nvPr/>
        </p:nvPicPr>
        <p:blipFill rotWithShape="1">
          <a:blip r:embed="rId4">
            <a:alphaModFix/>
          </a:blip>
          <a:srcRect b="0" l="50000" r="0" t="0"/>
          <a:stretch/>
        </p:blipFill>
        <p:spPr>
          <a:xfrm>
            <a:off x="7766948" y="3371822"/>
            <a:ext cx="2158930" cy="323839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 flipH="1">
            <a:off x="3074503" y="2865782"/>
            <a:ext cx="1736036" cy="1374913"/>
          </a:xfrm>
          <a:prstGeom prst="arc">
            <a:avLst>
              <a:gd fmla="val 16200000" name="adj1"/>
              <a:gd fmla="val 11955800" name="adj2"/>
            </a:avLst>
          </a:prstGeom>
          <a:noFill/>
          <a:ln cap="flat" cmpd="sng" w="5080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Jet stream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8852451" y="2461976"/>
            <a:ext cx="23520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altitude? Surface?</a:t>
            </a:r>
            <a:endParaRPr/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1063" y="1479931"/>
            <a:ext cx="3637476" cy="3395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263" y="1485845"/>
            <a:ext cx="3312818" cy="3389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Jet stream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4770781" y="4962570"/>
            <a:ext cx="23520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altitude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1063" y="1479931"/>
            <a:ext cx="3637476" cy="3395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263" y="1485845"/>
            <a:ext cx="3312818" cy="338953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1212572" y="4982079"/>
            <a:ext cx="23520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Surface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8852451" y="2461976"/>
            <a:ext cx="23520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altitude? Surface?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CO</a:t>
            </a:r>
            <a:r>
              <a:rPr b="1"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calendar function</a:t>
            </a:r>
            <a:endParaRPr b="1" baseline="-25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8"/>
          <p:cNvGrpSpPr/>
          <p:nvPr/>
        </p:nvGrpSpPr>
        <p:grpSpPr>
          <a:xfrm>
            <a:off x="9884276" y="2361068"/>
            <a:ext cx="1629853" cy="1145994"/>
            <a:chOff x="9201368" y="1736035"/>
            <a:chExt cx="1616766" cy="1145994"/>
          </a:xfrm>
        </p:grpSpPr>
        <p:sp>
          <p:nvSpPr>
            <p:cNvPr id="147" name="Google Shape;147;p8"/>
            <p:cNvSpPr txBox="1"/>
            <p:nvPr/>
          </p:nvSpPr>
          <p:spPr>
            <a:xfrm>
              <a:off x="9201368" y="1736035"/>
              <a:ext cx="16167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baseline="-25000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Source</a:t>
              </a:r>
              <a:endParaRPr/>
            </a:p>
          </p:txBody>
        </p:sp>
        <p:sp>
          <p:nvSpPr>
            <p:cNvPr id="148" name="Google Shape;148;p8"/>
            <p:cNvSpPr txBox="1"/>
            <p:nvPr/>
          </p:nvSpPr>
          <p:spPr>
            <a:xfrm>
              <a:off x="9201368" y="2420364"/>
              <a:ext cx="13438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baseline="-25000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Sink</a:t>
              </a:r>
              <a:endParaRPr/>
            </a:p>
          </p:txBody>
        </p:sp>
      </p:grpSp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26" y="731520"/>
            <a:ext cx="8643607" cy="59996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/>
        </p:nvSpPr>
        <p:spPr>
          <a:xfrm>
            <a:off x="5491730" y="857368"/>
            <a:ext cx="18288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August 2025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CO</a:t>
            </a:r>
            <a:r>
              <a:rPr b="1"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calendar function</a:t>
            </a:r>
            <a:endParaRPr b="1" baseline="-25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9"/>
          <p:cNvGrpSpPr/>
          <p:nvPr/>
        </p:nvGrpSpPr>
        <p:grpSpPr>
          <a:xfrm>
            <a:off x="9884276" y="2361068"/>
            <a:ext cx="1629853" cy="1145994"/>
            <a:chOff x="9201368" y="1736035"/>
            <a:chExt cx="1616766" cy="1145994"/>
          </a:xfrm>
        </p:grpSpPr>
        <p:sp>
          <p:nvSpPr>
            <p:cNvPr id="157" name="Google Shape;157;p9"/>
            <p:cNvSpPr txBox="1"/>
            <p:nvPr/>
          </p:nvSpPr>
          <p:spPr>
            <a:xfrm>
              <a:off x="9201368" y="1736035"/>
              <a:ext cx="16167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baseline="-25000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Source</a:t>
              </a:r>
              <a:endParaRPr/>
            </a:p>
          </p:txBody>
        </p:sp>
        <p:sp>
          <p:nvSpPr>
            <p:cNvPr id="158" name="Google Shape;158;p9"/>
            <p:cNvSpPr txBox="1"/>
            <p:nvPr/>
          </p:nvSpPr>
          <p:spPr>
            <a:xfrm>
              <a:off x="9201368" y="2420364"/>
              <a:ext cx="13438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baseline="-25000" lang="en-US" sz="24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24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 Sink</a:t>
              </a:r>
              <a:endParaRPr/>
            </a:p>
          </p:txBody>
        </p:sp>
      </p:grpSp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26" y="731520"/>
            <a:ext cx="8643607" cy="5999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5491730" y="857368"/>
            <a:ext cx="18288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August 2025</a:t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9837976" y="3544824"/>
            <a:ext cx="2216092" cy="156966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064" l="-3997" r="-7428" t="-24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CO</a:t>
            </a:r>
            <a:r>
              <a:rPr b="1"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calendar function</a:t>
            </a:r>
            <a:endParaRPr b="1" baseline="-25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10"/>
          <p:cNvGrpSpPr/>
          <p:nvPr/>
        </p:nvGrpSpPr>
        <p:grpSpPr>
          <a:xfrm>
            <a:off x="9884276" y="2361068"/>
            <a:ext cx="1629853" cy="1145994"/>
            <a:chOff x="9201368" y="1736035"/>
            <a:chExt cx="1616766" cy="1145994"/>
          </a:xfrm>
        </p:grpSpPr>
        <p:sp>
          <p:nvSpPr>
            <p:cNvPr id="168" name="Google Shape;168;p10"/>
            <p:cNvSpPr txBox="1"/>
            <p:nvPr/>
          </p:nvSpPr>
          <p:spPr>
            <a:xfrm>
              <a:off x="9201368" y="1736035"/>
              <a:ext cx="16167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baseline="-25000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Source</a:t>
              </a:r>
              <a:endParaRPr/>
            </a:p>
          </p:txBody>
        </p:sp>
        <p:sp>
          <p:nvSpPr>
            <p:cNvPr id="169" name="Google Shape;169;p10"/>
            <p:cNvSpPr txBox="1"/>
            <p:nvPr/>
          </p:nvSpPr>
          <p:spPr>
            <a:xfrm>
              <a:off x="9201368" y="2420364"/>
              <a:ext cx="13438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baseline="-25000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Sink</a:t>
              </a:r>
              <a:endParaRPr/>
            </a:p>
          </p:txBody>
        </p:sp>
      </p:grpSp>
      <p:pic>
        <p:nvPicPr>
          <p:cNvPr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32" y="1153300"/>
            <a:ext cx="9700044" cy="45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 txBox="1"/>
          <p:nvPr/>
        </p:nvSpPr>
        <p:spPr>
          <a:xfrm>
            <a:off x="6845968" y="1371600"/>
            <a:ext cx="18288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March 2024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CO</a:t>
            </a:r>
            <a:r>
              <a:rPr b="1"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calendar function</a:t>
            </a:r>
            <a:endParaRPr b="1" baseline="-25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11"/>
          <p:cNvGrpSpPr/>
          <p:nvPr/>
        </p:nvGrpSpPr>
        <p:grpSpPr>
          <a:xfrm>
            <a:off x="9884276" y="2361068"/>
            <a:ext cx="1629853" cy="1145994"/>
            <a:chOff x="9201368" y="1736035"/>
            <a:chExt cx="1616766" cy="1145994"/>
          </a:xfrm>
        </p:grpSpPr>
        <p:sp>
          <p:nvSpPr>
            <p:cNvPr id="178" name="Google Shape;178;p11"/>
            <p:cNvSpPr txBox="1"/>
            <p:nvPr/>
          </p:nvSpPr>
          <p:spPr>
            <a:xfrm>
              <a:off x="9201368" y="1736035"/>
              <a:ext cx="16167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baseline="-25000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Source</a:t>
              </a:r>
              <a:endParaRPr/>
            </a:p>
          </p:txBody>
        </p:sp>
        <p:sp>
          <p:nvSpPr>
            <p:cNvPr id="179" name="Google Shape;179;p11"/>
            <p:cNvSpPr txBox="1"/>
            <p:nvPr/>
          </p:nvSpPr>
          <p:spPr>
            <a:xfrm>
              <a:off x="9201368" y="2420364"/>
              <a:ext cx="13438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baseline="-25000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Sink</a:t>
              </a:r>
              <a:endParaRPr/>
            </a:p>
          </p:txBody>
        </p:sp>
      </p:grpSp>
      <p:sp>
        <p:nvSpPr>
          <p:cNvPr id="180" name="Google Shape;180;p11"/>
          <p:cNvSpPr txBox="1"/>
          <p:nvPr/>
        </p:nvSpPr>
        <p:spPr>
          <a:xfrm>
            <a:off x="9837976" y="3544824"/>
            <a:ext cx="2354024" cy="15696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064" l="-3742" r="-5881" t="-24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81" name="Google Shape;18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32" y="1153300"/>
            <a:ext cx="9700044" cy="45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 txBox="1"/>
          <p:nvPr/>
        </p:nvSpPr>
        <p:spPr>
          <a:xfrm>
            <a:off x="6845968" y="1371600"/>
            <a:ext cx="18288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March 2024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CO</a:t>
            </a:r>
            <a:r>
              <a:rPr b="1"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calendar function</a:t>
            </a:r>
            <a:endParaRPr b="1" baseline="-25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12"/>
          <p:cNvGrpSpPr/>
          <p:nvPr/>
        </p:nvGrpSpPr>
        <p:grpSpPr>
          <a:xfrm>
            <a:off x="9884276" y="2361068"/>
            <a:ext cx="1629853" cy="1145994"/>
            <a:chOff x="9201368" y="1736035"/>
            <a:chExt cx="1616766" cy="1145994"/>
          </a:xfrm>
        </p:grpSpPr>
        <p:sp>
          <p:nvSpPr>
            <p:cNvPr id="189" name="Google Shape;189;p12"/>
            <p:cNvSpPr txBox="1"/>
            <p:nvPr/>
          </p:nvSpPr>
          <p:spPr>
            <a:xfrm>
              <a:off x="9201368" y="1736035"/>
              <a:ext cx="16167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baseline="-25000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Source</a:t>
              </a:r>
              <a:endParaRPr/>
            </a:p>
          </p:txBody>
        </p:sp>
        <p:sp>
          <p:nvSpPr>
            <p:cNvPr id="190" name="Google Shape;190;p12"/>
            <p:cNvSpPr txBox="1"/>
            <p:nvPr/>
          </p:nvSpPr>
          <p:spPr>
            <a:xfrm>
              <a:off x="9201368" y="2420364"/>
              <a:ext cx="13438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baseline="-25000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Sink</a:t>
              </a:r>
              <a:endParaRPr/>
            </a:p>
          </p:txBody>
        </p:sp>
      </p:grpSp>
      <p:sp>
        <p:nvSpPr>
          <p:cNvPr id="191" name="Google Shape;191;p12"/>
          <p:cNvSpPr txBox="1"/>
          <p:nvPr/>
        </p:nvSpPr>
        <p:spPr>
          <a:xfrm>
            <a:off x="9837976" y="3544824"/>
            <a:ext cx="2354024" cy="15696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064" l="-3742" r="-5881" t="-24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92" name="Google Shape;1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32" y="1153300"/>
            <a:ext cx="9700044" cy="45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2"/>
          <p:cNvSpPr txBox="1"/>
          <p:nvPr/>
        </p:nvSpPr>
        <p:spPr>
          <a:xfrm>
            <a:off x="6845968" y="1371600"/>
            <a:ext cx="18288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March 2024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1359567" y="5943684"/>
            <a:ext cx="9288380" cy="8309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5151" l="-1092" r="0" t="-454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2021-09-01T12:14:24Z</dcterms:created>
  <dc:creator>Steven</dc:creator>
</cp:coreProperties>
</file>