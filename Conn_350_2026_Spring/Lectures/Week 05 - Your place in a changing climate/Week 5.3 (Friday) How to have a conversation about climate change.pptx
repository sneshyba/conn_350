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embeddedFontLst>
    <p:embeddedFont>
      <p:font typeface="Roboto"/>
      <p:regular r:id="rId19"/>
      <p:bold r:id="rId20"/>
      <p:italic r:id="rId21"/>
      <p:boldItalic r:id="rId22"/>
    </p:embeddedFont>
    <p:embeddedFont>
      <p:font typeface="Montserrat"/>
      <p:regular r:id="rId23"/>
      <p:bold r:id="rId24"/>
      <p:italic r:id="rId25"/>
      <p:boldItalic r:id="rId26"/>
    </p:embeddedFont>
    <p:embeddedFont>
      <p:font typeface="Montserrat Light"/>
      <p:regular r:id="rId27"/>
      <p:bold r:id="rId28"/>
      <p:italic r:id="rId29"/>
      <p:boldItalic r:id="rId30"/>
    </p:embeddedFont>
    <p:embeddedFont>
      <p:font typeface="Albert Sans"/>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5" roundtripDataSignature="AMtx7mgZmV4XmhjWUXuOY6mnkn+JUypBR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Montserrat-bold.fntdata"/><Relationship Id="rId23" Type="http://schemas.openxmlformats.org/officeDocument/2006/relationships/font" Target="fonts/Montserrat-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Montserrat-boldItalic.fntdata"/><Relationship Id="rId25" Type="http://schemas.openxmlformats.org/officeDocument/2006/relationships/font" Target="fonts/Montserrat-italic.fntdata"/><Relationship Id="rId28" Type="http://schemas.openxmlformats.org/officeDocument/2006/relationships/font" Target="fonts/MontserratLight-bold.fntdata"/><Relationship Id="rId27" Type="http://schemas.openxmlformats.org/officeDocument/2006/relationships/font" Target="fonts/MontserratLight-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Light-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AlbertSans-regular.fntdata"/><Relationship Id="rId30" Type="http://schemas.openxmlformats.org/officeDocument/2006/relationships/font" Target="fonts/MontserratLight-boldItalic.fntdata"/><Relationship Id="rId11" Type="http://schemas.openxmlformats.org/officeDocument/2006/relationships/slide" Target="slides/slide6.xml"/><Relationship Id="rId33" Type="http://schemas.openxmlformats.org/officeDocument/2006/relationships/font" Target="fonts/AlbertSans-italic.fntdata"/><Relationship Id="rId10" Type="http://schemas.openxmlformats.org/officeDocument/2006/relationships/slide" Target="slides/slide5.xml"/><Relationship Id="rId32" Type="http://schemas.openxmlformats.org/officeDocument/2006/relationships/font" Target="fonts/AlbertSans-bold.fntdata"/><Relationship Id="rId13" Type="http://schemas.openxmlformats.org/officeDocument/2006/relationships/slide" Target="slides/slide8.xml"/><Relationship Id="rId35" Type="http://customschemas.google.com/relationships/presentationmetadata" Target="metadata"/><Relationship Id="rId12" Type="http://schemas.openxmlformats.org/officeDocument/2006/relationships/slide" Target="slides/slide7.xml"/><Relationship Id="rId34" Type="http://schemas.openxmlformats.org/officeDocument/2006/relationships/font" Target="fonts/AlbertSans-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oboto-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c834546b9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c834546b9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c9d1bd252f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c9d1bd252f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c9d1bd252f_0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c9d1bd252f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c9d1bd252f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c9d1bd252f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Katherine Hayhoe tells a story in her book Saving Us, while talking about changing water </a:t>
            </a:r>
            <a:r>
              <a:rPr lang="en-US"/>
              <a:t>availability</a:t>
            </a:r>
            <a:r>
              <a:rPr lang="en-US"/>
              <a:t>, a farmer in the crowd yells, “I’m not selling my truck, I need it!”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c9d1bd252f_0_3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c9d1bd252f_0_37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g3c9d1bd252f_0_378: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c9d1bd252f_0_5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c9d1bd252f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c9d1bd252f_0_14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g3c9d1bd252f_0_1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c834546b9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g3c834546b9a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c834546b9a_0_6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g3c834546b9a_0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In Every Chair, A Leader</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Each person engaging in this conversation has a unique and valuable experience that is their truth.</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Speak with Care for Others</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We each hold the responsibility to choose our words and questions carefully with the intent to learn.</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Value Each Others Time</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We all share the responsibility to ensure that everyone has an opportunity to speak and engage.</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Listen Deeply</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This is a rare and valuable opportunity to connect with others through the sharing of life experience.</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Safe Space for Meaningful Conversation</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All notes taken are non-attribution to ensure anonymity of all dialogue participants.</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Our Value of Humor</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Laughing is also an important way to relate with one another.</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Be Present and Engaged</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Cell phone ringers off, be mindful of being fully present and listening.</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Take Care of Yourself, Take Care of Each Other</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Note restrooms, exits, other amenities. Ask that participants help one another when possible.</a:t>
            </a:r>
            <a:endParaRPr sz="1350">
              <a:solidFill>
                <a:srgbClr val="333333"/>
              </a:solidFill>
              <a:highlight>
                <a:srgbClr val="FFFFFF"/>
              </a:highlight>
              <a:latin typeface="Roboto"/>
              <a:ea typeface="Roboto"/>
              <a:cs typeface="Roboto"/>
              <a:sym typeface="Roboto"/>
            </a:endParaRPr>
          </a:p>
          <a:p>
            <a:pPr indent="0" lvl="0" marL="0" rtl="0" algn="l">
              <a:lnSpc>
                <a:spcPct val="100000"/>
              </a:lnSpc>
              <a:spcBef>
                <a:spcPts val="150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c9d1bd252f_0_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g3c9d1bd252f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In Every Chair, A Leader</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Each person engaging in this conversation has a unique and valuable experience that is their truth.</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Speak with Care for Others</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We each hold the responsibility to choose our words and questions carefully with the intent to learn.</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Value Each Others Time</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We all share the responsibility to ensure that everyone has an opportunity to speak and engage.</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Listen Deeply</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This is a rare and valuable opportunity to connect with others through the sharing of life experience.</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Safe Space for Meaningful Conversation</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All notes taken are non-attribution to ensure anonymity of all dialogue participants.</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Our Value of Humor</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Laughing is also an important way to relate with one another.</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Be Present and Engaged</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Cell phone ringers off, be mindful of being fully present and listening.</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Take Care of Yourself, Take Care of Each Other</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Note restrooms, exits, other amenities. Ask that participants help one another when possible.</a:t>
            </a:r>
            <a:endParaRPr sz="1350">
              <a:solidFill>
                <a:srgbClr val="333333"/>
              </a:solidFill>
              <a:highlight>
                <a:srgbClr val="FFFFFF"/>
              </a:highlight>
              <a:latin typeface="Roboto"/>
              <a:ea typeface="Roboto"/>
              <a:cs typeface="Roboto"/>
              <a:sym typeface="Roboto"/>
            </a:endParaRPr>
          </a:p>
          <a:p>
            <a:pPr indent="0" lvl="0" marL="0" rtl="0" algn="l">
              <a:lnSpc>
                <a:spcPct val="100000"/>
              </a:lnSpc>
              <a:spcBef>
                <a:spcPts val="150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c9d1bd252f_0_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g3c9d1bd252f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In Every Chair, A Leader</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Each person engaging in this conversation has a unique and valuable experience that is their truth.</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Speak with Care for Others</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We each hold the responsibility to choose our words and questions carefully with the intent to learn.</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Value Each Others Time</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We all share the responsibility to ensure that everyone has an opportunity to speak and engage.</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Listen Deeply</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This is a rare and valuable opportunity to connect with others through the sharing of life experience.</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Safe Space for Meaningful Conversation</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All notes taken are non-attribution to ensure anonymity of all dialogue participants.</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Our Value of Humor</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Laughing is also an important way to relate with one another.</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Be Present and Engaged</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Cell phone ringers off, be mindful of being fully present and listening.</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Take Care of Yourself, Take Care of Each Other</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Note restrooms, exits, other amenities. Ask that participants help one another when possible.</a:t>
            </a:r>
            <a:endParaRPr sz="1350">
              <a:solidFill>
                <a:srgbClr val="333333"/>
              </a:solidFill>
              <a:highlight>
                <a:srgbClr val="FFFFFF"/>
              </a:highlight>
              <a:latin typeface="Roboto"/>
              <a:ea typeface="Roboto"/>
              <a:cs typeface="Roboto"/>
              <a:sym typeface="Roboto"/>
            </a:endParaRPr>
          </a:p>
          <a:p>
            <a:pPr indent="0" lvl="0" marL="0" rtl="0" algn="l">
              <a:lnSpc>
                <a:spcPct val="100000"/>
              </a:lnSpc>
              <a:spcBef>
                <a:spcPts val="150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c9d1bd252f_0_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1" name="Google Shape;291;g3c9d1bd252f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In Every Chair, A Leader</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Each person engaging in this conversation has a unique and valuable experience that is their truth.</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Speak with Care for Others</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We each hold the responsibility to choose our words and questions carefully with the intent to learn.</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Value Each Others Time</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We all share the responsibility to ensure that everyone has an opportunity to speak and engage.</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Listen Deeply</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This is a rare and valuable opportunity to connect with others through the sharing of life experience.</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Safe Space for Meaningful Conversation</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All notes taken are non-attribution to ensure anonymity of all dialogue participants.</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Our Value of Humor</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Laughing is also an important way to relate with one another.</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Be Present and Engaged</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Cell phone ringers off, be mindful of being fully present and listening.</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Take Care of Yourself, Take Care of Each Other</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Note restrooms, exits, other amenities. Ask that participants help one another when possible.</a:t>
            </a:r>
            <a:endParaRPr sz="1350">
              <a:solidFill>
                <a:srgbClr val="333333"/>
              </a:solidFill>
              <a:highlight>
                <a:srgbClr val="FFFFFF"/>
              </a:highlight>
              <a:latin typeface="Roboto"/>
              <a:ea typeface="Roboto"/>
              <a:cs typeface="Roboto"/>
              <a:sym typeface="Roboto"/>
            </a:endParaRPr>
          </a:p>
          <a:p>
            <a:pPr indent="0" lvl="0" marL="0" rtl="0" algn="l">
              <a:lnSpc>
                <a:spcPct val="100000"/>
              </a:lnSpc>
              <a:spcBef>
                <a:spcPts val="150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c834546b9a_0_12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g3c834546b9a_0_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In Every Chair, A Leader</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Each person engaging in this conversation has a unique and valuable experience that is their truth.</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Speak with Care for Others</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We each hold the responsibility to choose our words and questions carefully with the intent to learn.</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Value Each Others Time</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We all share the responsibility to ensure that everyone has an opportunity to speak and engage.</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Listen Deeply</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This is a rare and valuable opportunity to connect with others through the sharing of life experience.</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Safe Space for Meaningful Conversation</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All notes taken are non-attribution to ensure anonymity of all dialogue participants.</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Our Value of Humor</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Laughing is also an important way to relate with one another.</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Be Present and Engaged</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Cell phone ringers off, be mindful of being fully present and listening.</a:t>
            </a:r>
            <a:endParaRPr sz="1350">
              <a:solidFill>
                <a:srgbClr val="333333"/>
              </a:solidFill>
              <a:highlight>
                <a:srgbClr val="FFFFFF"/>
              </a:highlight>
              <a:latin typeface="Roboto"/>
              <a:ea typeface="Roboto"/>
              <a:cs typeface="Roboto"/>
              <a:sym typeface="Roboto"/>
            </a:endParaRPr>
          </a:p>
          <a:p>
            <a:pPr indent="0" lvl="0" marL="1244600" marR="1244600" rtl="0" algn="l">
              <a:lnSpc>
                <a:spcPct val="115000"/>
              </a:lnSpc>
              <a:spcBef>
                <a:spcPts val="1500"/>
              </a:spcBef>
              <a:spcAft>
                <a:spcPts val="0"/>
              </a:spcAft>
              <a:buClr>
                <a:schemeClr val="dk1"/>
              </a:buClr>
              <a:buSzPts val="1100"/>
              <a:buFont typeface="Arial"/>
              <a:buNone/>
            </a:pPr>
            <a:r>
              <a:rPr lang="en-US" sz="1350">
                <a:solidFill>
                  <a:srgbClr val="333333"/>
                </a:solidFill>
                <a:highlight>
                  <a:srgbClr val="FFFFFF"/>
                </a:highlight>
                <a:latin typeface="Roboto"/>
                <a:ea typeface="Roboto"/>
                <a:cs typeface="Roboto"/>
                <a:sym typeface="Roboto"/>
              </a:rPr>
              <a:t>Take Care of Yourself, Take Care of Each Other</a:t>
            </a:r>
            <a:br>
              <a:rPr lang="en-US" sz="1350">
                <a:solidFill>
                  <a:srgbClr val="333333"/>
                </a:solidFill>
                <a:highlight>
                  <a:srgbClr val="FFFFFF"/>
                </a:highlight>
                <a:latin typeface="Roboto"/>
                <a:ea typeface="Roboto"/>
                <a:cs typeface="Roboto"/>
                <a:sym typeface="Roboto"/>
              </a:rPr>
            </a:br>
            <a:r>
              <a:rPr lang="en-US" sz="1350">
                <a:solidFill>
                  <a:srgbClr val="333333"/>
                </a:solidFill>
                <a:highlight>
                  <a:srgbClr val="FFFFFF"/>
                </a:highlight>
                <a:latin typeface="Roboto"/>
                <a:ea typeface="Roboto"/>
                <a:cs typeface="Roboto"/>
                <a:sym typeface="Roboto"/>
              </a:rPr>
              <a:t>Note restrooms, exits, other amenities. Ask that participants help one another when possible.</a:t>
            </a:r>
            <a:endParaRPr sz="1350">
              <a:solidFill>
                <a:srgbClr val="333333"/>
              </a:solidFill>
              <a:highlight>
                <a:srgbClr val="FFFFFF"/>
              </a:highlight>
              <a:latin typeface="Roboto"/>
              <a:ea typeface="Roboto"/>
              <a:cs typeface="Roboto"/>
              <a:sym typeface="Roboto"/>
            </a:endParaRPr>
          </a:p>
          <a:p>
            <a:pPr indent="0" lvl="0" marL="0" rtl="0" algn="l">
              <a:lnSpc>
                <a:spcPct val="100000"/>
              </a:lnSpc>
              <a:spcBef>
                <a:spcPts val="150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5"/>
          <p:cNvSpPr/>
          <p:nvPr>
            <p:ph idx="2" type="pic"/>
          </p:nvPr>
        </p:nvSpPr>
        <p:spPr>
          <a:xfrm>
            <a:off x="5183188" y="987425"/>
            <a:ext cx="6172200" cy="4873625"/>
          </a:xfrm>
          <a:prstGeom prst="rect">
            <a:avLst/>
          </a:prstGeom>
          <a:noFill/>
          <a:ln>
            <a:noFill/>
          </a:ln>
        </p:spPr>
      </p:sp>
      <p:sp>
        <p:nvSpPr>
          <p:cNvPr id="64" name="Google Shape;64;p1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sp>
        <p:nvSpPr>
          <p:cNvPr id="81" name="Google Shape;81;g3c834546b9a_0_116"/>
          <p:cNvSpPr txBox="1"/>
          <p:nvPr>
            <p:ph type="title"/>
          </p:nvPr>
        </p:nvSpPr>
        <p:spPr>
          <a:xfrm>
            <a:off x="415600" y="593367"/>
            <a:ext cx="11360700" cy="763500"/>
          </a:xfrm>
          <a:prstGeom prst="rect">
            <a:avLst/>
          </a:prstGeom>
        </p:spPr>
        <p:txBody>
          <a:bodyPr anchorCtr="0" anchor="ctr" bIns="45700" lIns="91425" spcFirstLastPara="1" rIns="91425" wrap="square" tIns="45700">
            <a:normAutofit/>
          </a:bodyPr>
          <a:lstStyle>
            <a:lvl1pPr lvl="0">
              <a:spcBef>
                <a:spcPts val="0"/>
              </a:spcBef>
              <a:spcAft>
                <a:spcPts val="0"/>
              </a:spcAft>
              <a:buSzPts val="4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g3c834546b9a_0_116"/>
          <p:cNvSpPr txBox="1"/>
          <p:nvPr>
            <p:ph idx="1" type="body"/>
          </p:nvPr>
        </p:nvSpPr>
        <p:spPr>
          <a:xfrm>
            <a:off x="415600" y="1536633"/>
            <a:ext cx="11360700" cy="4555200"/>
          </a:xfrm>
          <a:prstGeom prst="rect">
            <a:avLst/>
          </a:prstGeom>
        </p:spPr>
        <p:txBody>
          <a:bodyPr anchorCtr="0" anchor="t" bIns="45700" lIns="91425" spcFirstLastPara="1" rIns="91425" wrap="square" tIns="45700">
            <a:normAutofit/>
          </a:bodyPr>
          <a:lstStyle>
            <a:lvl1pPr indent="-406400" lvl="0" marL="457200">
              <a:spcBef>
                <a:spcPts val="1000"/>
              </a:spcBef>
              <a:spcAft>
                <a:spcPts val="0"/>
              </a:spcAft>
              <a:buSzPts val="2800"/>
              <a:buChar char="•"/>
              <a:defRPr/>
            </a:lvl1pPr>
            <a:lvl2pPr indent="-381000" lvl="1" marL="914400">
              <a:spcBef>
                <a:spcPts val="500"/>
              </a:spcBef>
              <a:spcAft>
                <a:spcPts val="0"/>
              </a:spcAft>
              <a:buSzPts val="2400"/>
              <a:buChar char="•"/>
              <a:defRPr/>
            </a:lvl2pPr>
            <a:lvl3pPr indent="-355600" lvl="2" marL="1371600">
              <a:spcBef>
                <a:spcPts val="500"/>
              </a:spcBef>
              <a:spcAft>
                <a:spcPts val="0"/>
              </a:spcAft>
              <a:buSzPts val="2000"/>
              <a:buChar char="•"/>
              <a:defRPr/>
            </a:lvl3pPr>
            <a:lvl4pPr indent="-342900" lvl="3" marL="1828800">
              <a:spcBef>
                <a:spcPts val="500"/>
              </a:spcBef>
              <a:spcAft>
                <a:spcPts val="0"/>
              </a:spcAft>
              <a:buSzPts val="1800"/>
              <a:buChar char="•"/>
              <a:defRPr/>
            </a:lvl4pPr>
            <a:lvl5pPr indent="-342900" lvl="4" marL="2286000">
              <a:spcBef>
                <a:spcPts val="500"/>
              </a:spcBef>
              <a:spcAft>
                <a:spcPts val="0"/>
              </a:spcAft>
              <a:buSzPts val="1800"/>
              <a:buChar char="•"/>
              <a:defRPr/>
            </a:lvl5pPr>
            <a:lvl6pPr indent="-342900" lvl="5" marL="2743200">
              <a:spcBef>
                <a:spcPts val="500"/>
              </a:spcBef>
              <a:spcAft>
                <a:spcPts val="0"/>
              </a:spcAft>
              <a:buSzPts val="1800"/>
              <a:buChar char="•"/>
              <a:defRPr/>
            </a:lvl6pPr>
            <a:lvl7pPr indent="-342900" lvl="6" marL="3200400">
              <a:spcBef>
                <a:spcPts val="500"/>
              </a:spcBef>
              <a:spcAft>
                <a:spcPts val="0"/>
              </a:spcAft>
              <a:buSzPts val="1800"/>
              <a:buChar char="•"/>
              <a:defRPr/>
            </a:lvl7pPr>
            <a:lvl8pPr indent="-342900" lvl="7" marL="3657600">
              <a:spcBef>
                <a:spcPts val="500"/>
              </a:spcBef>
              <a:spcAft>
                <a:spcPts val="0"/>
              </a:spcAft>
              <a:buSzPts val="1800"/>
              <a:buChar char="•"/>
              <a:defRPr/>
            </a:lvl8pPr>
            <a:lvl9pPr indent="-342900" lvl="8" marL="4114800">
              <a:spcBef>
                <a:spcPts val="500"/>
              </a:spcBef>
              <a:spcAft>
                <a:spcPts val="0"/>
              </a:spcAft>
              <a:buSzPts val="1800"/>
              <a:buChar char="•"/>
              <a:defRPr/>
            </a:lvl9pPr>
          </a:lstStyle>
          <a:p/>
        </p:txBody>
      </p:sp>
      <p:sp>
        <p:nvSpPr>
          <p:cNvPr id="83" name="Google Shape;83;g3c834546b9a_0_116"/>
          <p:cNvSpPr txBox="1"/>
          <p:nvPr>
            <p:ph idx="12" type="sldNum"/>
          </p:nvPr>
        </p:nvSpPr>
        <p:spPr>
          <a:xfrm>
            <a:off x="11296610" y="6217622"/>
            <a:ext cx="731700" cy="524700"/>
          </a:xfrm>
          <a:prstGeom prst="rect">
            <a:avLst/>
          </a:prstGeom>
        </p:spPr>
        <p:txBody>
          <a:bodyPr anchorCtr="0" anchor="ctr"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84" name="Shape 84"/>
        <p:cNvGrpSpPr/>
        <p:nvPr/>
      </p:nvGrpSpPr>
      <p:grpSpPr>
        <a:xfrm>
          <a:off x="0" y="0"/>
          <a:ext cx="0" cy="0"/>
          <a:chOff x="0" y="0"/>
          <a:chExt cx="0" cy="0"/>
        </a:xfrm>
      </p:grpSpPr>
      <p:grpSp>
        <p:nvGrpSpPr>
          <p:cNvPr id="85" name="Google Shape;85;g3c9d1bd252f_0_267"/>
          <p:cNvGrpSpPr/>
          <p:nvPr/>
        </p:nvGrpSpPr>
        <p:grpSpPr>
          <a:xfrm>
            <a:off x="6673230" y="0"/>
            <a:ext cx="5518476" cy="6858019"/>
            <a:chOff x="5005048" y="0"/>
            <a:chExt cx="4138961" cy="5143642"/>
          </a:xfrm>
        </p:grpSpPr>
        <p:sp>
          <p:nvSpPr>
            <p:cNvPr id="86" name="Google Shape;86;g3c9d1bd252f_0_267"/>
            <p:cNvSpPr/>
            <p:nvPr/>
          </p:nvSpPr>
          <p:spPr>
            <a:xfrm>
              <a:off x="5005049" y="0"/>
              <a:ext cx="4138960" cy="5143500"/>
            </a:xfrm>
            <a:custGeom>
              <a:rect b="b" l="l" r="r" t="t"/>
              <a:pathLst>
                <a:path extrusionOk="0" h="6858000" w="5518613">
                  <a:moveTo>
                    <a:pt x="4347879" y="6858000"/>
                  </a:moveTo>
                  <a:lnTo>
                    <a:pt x="4538614" y="6858000"/>
                  </a:lnTo>
                  <a:cubicBezTo>
                    <a:pt x="4551534" y="5930683"/>
                    <a:pt x="4899626" y="5039346"/>
                    <a:pt x="5518613" y="4348570"/>
                  </a:cubicBezTo>
                  <a:lnTo>
                    <a:pt x="5518613" y="4070500"/>
                  </a:lnTo>
                  <a:cubicBezTo>
                    <a:pt x="4781548" y="4812740"/>
                    <a:pt x="4361771" y="5812222"/>
                    <a:pt x="4347879" y="6858000"/>
                  </a:cubicBezTo>
                  <a:close/>
                  <a:moveTo>
                    <a:pt x="4301085" y="5188627"/>
                  </a:moveTo>
                  <a:cubicBezTo>
                    <a:pt x="4077511" y="5717157"/>
                    <a:pt x="3959147" y="6284191"/>
                    <a:pt x="3952611" y="6858000"/>
                  </a:cubicBezTo>
                  <a:lnTo>
                    <a:pt x="4143347" y="6858000"/>
                  </a:lnTo>
                  <a:cubicBezTo>
                    <a:pt x="4157130" y="5751110"/>
                    <a:pt x="4603757" y="4693586"/>
                    <a:pt x="5387642" y="3911730"/>
                  </a:cubicBezTo>
                  <a:cubicBezTo>
                    <a:pt x="5430449" y="3868935"/>
                    <a:pt x="5474000" y="3827197"/>
                    <a:pt x="5518295" y="3786519"/>
                  </a:cubicBezTo>
                  <a:lnTo>
                    <a:pt x="5518295" y="3532283"/>
                  </a:lnTo>
                  <a:cubicBezTo>
                    <a:pt x="5426952" y="3609615"/>
                    <a:pt x="5338451" y="3691136"/>
                    <a:pt x="5252792" y="3776858"/>
                  </a:cubicBezTo>
                  <a:cubicBezTo>
                    <a:pt x="4847103" y="4181397"/>
                    <a:pt x="4523877" y="4660866"/>
                    <a:pt x="4301085" y="5188627"/>
                  </a:cubicBezTo>
                  <a:close/>
                  <a:moveTo>
                    <a:pt x="4742956" y="6858000"/>
                  </a:moveTo>
                  <a:lnTo>
                    <a:pt x="4933691" y="6858000"/>
                  </a:lnTo>
                  <a:cubicBezTo>
                    <a:pt x="4944296" y="6192253"/>
                    <a:pt x="5147442" y="5543813"/>
                    <a:pt x="5518613" y="4990959"/>
                  </a:cubicBezTo>
                  <a:lnTo>
                    <a:pt x="5518613" y="4666809"/>
                  </a:lnTo>
                  <a:cubicBezTo>
                    <a:pt x="5027419" y="5292807"/>
                    <a:pt x="4754965" y="6062479"/>
                    <a:pt x="4742956" y="6858000"/>
                  </a:cubicBezTo>
                  <a:close/>
                  <a:moveTo>
                    <a:pt x="3936844" y="5034751"/>
                  </a:moveTo>
                  <a:cubicBezTo>
                    <a:pt x="3692690" y="5611967"/>
                    <a:pt x="3563753" y="6231329"/>
                    <a:pt x="3557280" y="6858000"/>
                  </a:cubicBezTo>
                  <a:lnTo>
                    <a:pt x="3748016" y="6858000"/>
                  </a:lnTo>
                  <a:cubicBezTo>
                    <a:pt x="3761742" y="5646276"/>
                    <a:pt x="4250019" y="4488202"/>
                    <a:pt x="5108087" y="3632261"/>
                  </a:cubicBezTo>
                  <a:cubicBezTo>
                    <a:pt x="5237705" y="3502760"/>
                    <a:pt x="5374780" y="3380944"/>
                    <a:pt x="5518613" y="3267434"/>
                  </a:cubicBezTo>
                  <a:lnTo>
                    <a:pt x="5518613" y="3027435"/>
                  </a:lnTo>
                  <a:cubicBezTo>
                    <a:pt x="4821685" y="3543508"/>
                    <a:pt x="4275552" y="4236573"/>
                    <a:pt x="3936844" y="5034751"/>
                  </a:cubicBezTo>
                  <a:close/>
                  <a:moveTo>
                    <a:pt x="1590798" y="2330830"/>
                  </a:moveTo>
                  <a:cubicBezTo>
                    <a:pt x="2180774" y="1457646"/>
                    <a:pt x="2932850" y="705739"/>
                    <a:pt x="3806254" y="115868"/>
                  </a:cubicBezTo>
                  <a:cubicBezTo>
                    <a:pt x="3864619" y="76504"/>
                    <a:pt x="3923511" y="37881"/>
                    <a:pt x="3982938" y="0"/>
                  </a:cubicBezTo>
                  <a:lnTo>
                    <a:pt x="3637961" y="0"/>
                  </a:lnTo>
                  <a:cubicBezTo>
                    <a:pt x="2317309" y="907938"/>
                    <a:pt x="1283739" y="2174291"/>
                    <a:pt x="658991" y="3649867"/>
                  </a:cubicBezTo>
                  <a:cubicBezTo>
                    <a:pt x="229264" y="4666364"/>
                    <a:pt x="7820" y="5745720"/>
                    <a:pt x="0" y="6858000"/>
                  </a:cubicBezTo>
                  <a:lnTo>
                    <a:pt x="190735" y="6858000"/>
                  </a:lnTo>
                  <a:cubicBezTo>
                    <a:pt x="198492" y="5771144"/>
                    <a:pt x="414913" y="4716957"/>
                    <a:pt x="834595" y="3724104"/>
                  </a:cubicBezTo>
                  <a:cubicBezTo>
                    <a:pt x="1041009" y="3236353"/>
                    <a:pt x="1294217" y="2769749"/>
                    <a:pt x="1590670" y="2330830"/>
                  </a:cubicBezTo>
                  <a:close/>
                  <a:moveTo>
                    <a:pt x="5138478" y="6858000"/>
                  </a:moveTo>
                  <a:lnTo>
                    <a:pt x="5329213" y="6858000"/>
                  </a:lnTo>
                  <a:cubicBezTo>
                    <a:pt x="5335393" y="6514973"/>
                    <a:pt x="5399423" y="6175480"/>
                    <a:pt x="5518613" y="5853770"/>
                  </a:cubicBezTo>
                  <a:lnTo>
                    <a:pt x="5518613" y="5388583"/>
                  </a:lnTo>
                  <a:cubicBezTo>
                    <a:pt x="5473428" y="5473625"/>
                    <a:pt x="5431892" y="5560847"/>
                    <a:pt x="5394000" y="5650255"/>
                  </a:cubicBezTo>
                  <a:cubicBezTo>
                    <a:pt x="5232135" y="6032727"/>
                    <a:pt x="5145382" y="6442770"/>
                    <a:pt x="5138478" y="6858000"/>
                  </a:cubicBezTo>
                  <a:close/>
                  <a:moveTo>
                    <a:pt x="1918417" y="2551824"/>
                  </a:moveTo>
                  <a:cubicBezTo>
                    <a:pt x="2643092" y="1478290"/>
                    <a:pt x="3623084" y="601442"/>
                    <a:pt x="4770422" y="0"/>
                  </a:cubicBezTo>
                  <a:lnTo>
                    <a:pt x="4376235" y="0"/>
                  </a:lnTo>
                  <a:cubicBezTo>
                    <a:pt x="4221103" y="90127"/>
                    <a:pt x="4069195" y="185317"/>
                    <a:pt x="3920504" y="285570"/>
                  </a:cubicBezTo>
                  <a:cubicBezTo>
                    <a:pt x="2634426" y="1153193"/>
                    <a:pt x="1627921" y="2375366"/>
                    <a:pt x="1023169" y="3803743"/>
                  </a:cubicBezTo>
                  <a:cubicBezTo>
                    <a:pt x="614105" y="4771490"/>
                    <a:pt x="403024" y="5798792"/>
                    <a:pt x="395331" y="6858000"/>
                  </a:cubicBezTo>
                  <a:lnTo>
                    <a:pt x="586067" y="6858000"/>
                  </a:lnTo>
                  <a:cubicBezTo>
                    <a:pt x="593760" y="5824406"/>
                    <a:pt x="799754" y="4822147"/>
                    <a:pt x="1198836" y="3877980"/>
                  </a:cubicBezTo>
                  <a:cubicBezTo>
                    <a:pt x="1395332" y="3413753"/>
                    <a:pt x="1636313" y="2969629"/>
                    <a:pt x="1918417" y="2551824"/>
                  </a:cubicBezTo>
                  <a:close/>
                  <a:moveTo>
                    <a:pt x="3295909" y="1820898"/>
                  </a:moveTo>
                  <a:cubicBezTo>
                    <a:pt x="2638349" y="2477855"/>
                    <a:pt x="2113960" y="3255643"/>
                    <a:pt x="1751587" y="4111495"/>
                  </a:cubicBezTo>
                  <a:cubicBezTo>
                    <a:pt x="1383722" y="4981807"/>
                    <a:pt x="1193495" y="5905571"/>
                    <a:pt x="1185739" y="6858000"/>
                  </a:cubicBezTo>
                  <a:lnTo>
                    <a:pt x="1376474" y="6858000"/>
                  </a:lnTo>
                  <a:cubicBezTo>
                    <a:pt x="1384167" y="5931185"/>
                    <a:pt x="1569308" y="5032463"/>
                    <a:pt x="1927255" y="4185732"/>
                  </a:cubicBezTo>
                  <a:cubicBezTo>
                    <a:pt x="2618518" y="2553159"/>
                    <a:pt x="3901291" y="1241972"/>
                    <a:pt x="5518613" y="514827"/>
                  </a:cubicBezTo>
                  <a:lnTo>
                    <a:pt x="5518613" y="306544"/>
                  </a:lnTo>
                  <a:cubicBezTo>
                    <a:pt x="4689289" y="667432"/>
                    <a:pt x="3935274" y="1181063"/>
                    <a:pt x="3295909" y="1820643"/>
                  </a:cubicBezTo>
                  <a:close/>
                  <a:moveTo>
                    <a:pt x="3572666" y="4881129"/>
                  </a:moveTo>
                  <a:cubicBezTo>
                    <a:pt x="3307970" y="5506962"/>
                    <a:pt x="3168460" y="6178556"/>
                    <a:pt x="3162013" y="6858000"/>
                  </a:cubicBezTo>
                  <a:lnTo>
                    <a:pt x="3352748" y="6858000"/>
                  </a:lnTo>
                  <a:cubicBezTo>
                    <a:pt x="3372565" y="5227315"/>
                    <a:pt x="4179313" y="3706695"/>
                    <a:pt x="5518613" y="2775615"/>
                  </a:cubicBezTo>
                  <a:lnTo>
                    <a:pt x="5518613" y="2545341"/>
                  </a:lnTo>
                  <a:cubicBezTo>
                    <a:pt x="4654149" y="3115286"/>
                    <a:pt x="3977337" y="3927785"/>
                    <a:pt x="3573111" y="4880875"/>
                  </a:cubicBezTo>
                  <a:close/>
                  <a:moveTo>
                    <a:pt x="5235308" y="0"/>
                  </a:moveTo>
                  <a:cubicBezTo>
                    <a:pt x="3502800" y="791829"/>
                    <a:pt x="2129930" y="2203840"/>
                    <a:pt x="1387410" y="3957619"/>
                  </a:cubicBezTo>
                  <a:cubicBezTo>
                    <a:pt x="998882" y="4876680"/>
                    <a:pt x="798292" y="5852181"/>
                    <a:pt x="790535" y="6858000"/>
                  </a:cubicBezTo>
                  <a:lnTo>
                    <a:pt x="981270" y="6858000"/>
                  </a:lnTo>
                  <a:cubicBezTo>
                    <a:pt x="989027" y="5877796"/>
                    <a:pt x="1184722" y="4927273"/>
                    <a:pt x="1563077" y="4031856"/>
                  </a:cubicBezTo>
                  <a:cubicBezTo>
                    <a:pt x="2315465" y="2254877"/>
                    <a:pt x="3730277" y="840502"/>
                    <a:pt x="5507805" y="88347"/>
                  </a:cubicBezTo>
                  <a:lnTo>
                    <a:pt x="5518295" y="83961"/>
                  </a:lnTo>
                  <a:lnTo>
                    <a:pt x="5518295" y="0"/>
                  </a:lnTo>
                  <a:close/>
                  <a:moveTo>
                    <a:pt x="2115829" y="4265371"/>
                  </a:moveTo>
                  <a:cubicBezTo>
                    <a:pt x="1768499" y="5086996"/>
                    <a:pt x="1588763" y="5958960"/>
                    <a:pt x="1581070" y="6858000"/>
                  </a:cubicBezTo>
                  <a:lnTo>
                    <a:pt x="1771805" y="6858000"/>
                  </a:lnTo>
                  <a:cubicBezTo>
                    <a:pt x="1779499" y="5984575"/>
                    <a:pt x="1954148" y="5137589"/>
                    <a:pt x="2291496" y="4339608"/>
                  </a:cubicBezTo>
                  <a:cubicBezTo>
                    <a:pt x="2920256" y="2855992"/>
                    <a:pt x="4067231" y="1651564"/>
                    <a:pt x="5518613" y="950841"/>
                  </a:cubicBezTo>
                  <a:lnTo>
                    <a:pt x="5518613" y="739889"/>
                  </a:lnTo>
                  <a:cubicBezTo>
                    <a:pt x="3987230" y="1453890"/>
                    <a:pt x="2774896" y="2709940"/>
                    <a:pt x="2115829" y="4265371"/>
                  </a:cubicBezTo>
                  <a:close/>
                  <a:moveTo>
                    <a:pt x="3208425" y="4726999"/>
                  </a:moveTo>
                  <a:cubicBezTo>
                    <a:pt x="2923104" y="5401587"/>
                    <a:pt x="2773059" y="6125618"/>
                    <a:pt x="2766809" y="6858000"/>
                  </a:cubicBezTo>
                  <a:lnTo>
                    <a:pt x="2957544" y="6858000"/>
                  </a:lnTo>
                  <a:cubicBezTo>
                    <a:pt x="2978335" y="5002228"/>
                    <a:pt x="3943723" y="3284988"/>
                    <a:pt x="5518613" y="2302356"/>
                  </a:cubicBezTo>
                  <a:lnTo>
                    <a:pt x="5518613" y="2079201"/>
                  </a:lnTo>
                  <a:cubicBezTo>
                    <a:pt x="4486524" y="2693796"/>
                    <a:pt x="3677291" y="3621298"/>
                    <a:pt x="3208425" y="4726999"/>
                  </a:cubicBezTo>
                  <a:close/>
                  <a:moveTo>
                    <a:pt x="2844247" y="4573123"/>
                  </a:moveTo>
                  <a:cubicBezTo>
                    <a:pt x="2538117" y="5297313"/>
                    <a:pt x="2379234" y="6065676"/>
                    <a:pt x="2371478" y="6858000"/>
                  </a:cubicBezTo>
                  <a:lnTo>
                    <a:pt x="2562213" y="6858000"/>
                  </a:lnTo>
                  <a:cubicBezTo>
                    <a:pt x="2569906" y="6091353"/>
                    <a:pt x="2723703" y="5347905"/>
                    <a:pt x="3019978" y="4647360"/>
                  </a:cubicBezTo>
                  <a:cubicBezTo>
                    <a:pt x="3521924" y="3463366"/>
                    <a:pt x="4400064" y="2477658"/>
                    <a:pt x="5518613" y="1842635"/>
                  </a:cubicBezTo>
                  <a:lnTo>
                    <a:pt x="5518613" y="1624564"/>
                  </a:lnTo>
                  <a:cubicBezTo>
                    <a:pt x="4319580" y="2277199"/>
                    <a:pt x="3376933" y="3316482"/>
                    <a:pt x="2844247" y="4573123"/>
                  </a:cubicBezTo>
                  <a:close/>
                  <a:moveTo>
                    <a:pt x="2480006" y="4419247"/>
                  </a:moveTo>
                  <a:cubicBezTo>
                    <a:pt x="2153276" y="5192123"/>
                    <a:pt x="1984094" y="6012350"/>
                    <a:pt x="1976274" y="6858000"/>
                  </a:cubicBezTo>
                  <a:lnTo>
                    <a:pt x="2167009" y="6858000"/>
                  </a:lnTo>
                  <a:cubicBezTo>
                    <a:pt x="2174702" y="6038091"/>
                    <a:pt x="2338989" y="5242779"/>
                    <a:pt x="2655737" y="4493611"/>
                  </a:cubicBezTo>
                  <a:cubicBezTo>
                    <a:pt x="3221262" y="3159288"/>
                    <a:pt x="4233361" y="2063108"/>
                    <a:pt x="5518613" y="1392892"/>
                  </a:cubicBezTo>
                  <a:lnTo>
                    <a:pt x="5518613" y="1178826"/>
                  </a:lnTo>
                  <a:cubicBezTo>
                    <a:pt x="4153132" y="1864200"/>
                    <a:pt x="3076061" y="3012811"/>
                    <a:pt x="2480006" y="4419247"/>
                  </a:cubicBezTo>
                  <a:close/>
                </a:path>
              </a:pathLst>
            </a:custGeom>
            <a:solidFill>
              <a:srgbClr val="004591">
                <a:alpha val="4310"/>
              </a:srgbClr>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7" name="Google Shape;87;g3c9d1bd252f_0_267"/>
            <p:cNvSpPr/>
            <p:nvPr/>
          </p:nvSpPr>
          <p:spPr>
            <a:xfrm>
              <a:off x="5005048" y="0"/>
              <a:ext cx="4138960" cy="5143642"/>
            </a:xfrm>
            <a:custGeom>
              <a:rect b="b" l="l" r="r" t="t"/>
              <a:pathLst>
                <a:path extrusionOk="0" h="6858190" w="5518613">
                  <a:moveTo>
                    <a:pt x="2240760" y="4214715"/>
                  </a:moveTo>
                  <a:cubicBezTo>
                    <a:pt x="2192225" y="4194261"/>
                    <a:pt x="2136295" y="4217016"/>
                    <a:pt x="2115841" y="4265537"/>
                  </a:cubicBezTo>
                  <a:cubicBezTo>
                    <a:pt x="2115835" y="4265543"/>
                    <a:pt x="2115835" y="4265556"/>
                    <a:pt x="2115829" y="4265562"/>
                  </a:cubicBezTo>
                  <a:cubicBezTo>
                    <a:pt x="1768499" y="5087187"/>
                    <a:pt x="1588763" y="5959151"/>
                    <a:pt x="1581070" y="6858191"/>
                  </a:cubicBezTo>
                  <a:lnTo>
                    <a:pt x="1771805" y="6858191"/>
                  </a:lnTo>
                  <a:cubicBezTo>
                    <a:pt x="1779499" y="5984765"/>
                    <a:pt x="1954148" y="5137780"/>
                    <a:pt x="2291496" y="4339799"/>
                  </a:cubicBezTo>
                  <a:cubicBezTo>
                    <a:pt x="2312070" y="4291329"/>
                    <a:pt x="2289436" y="4235359"/>
                    <a:pt x="2240951" y="4214797"/>
                  </a:cubicBezTo>
                  <a:cubicBezTo>
                    <a:pt x="2240888" y="4214766"/>
                    <a:pt x="2240824" y="4214740"/>
                    <a:pt x="2240760" y="4214715"/>
                  </a:cubicBezTo>
                  <a:close/>
                  <a:moveTo>
                    <a:pt x="2250170" y="2598095"/>
                  </a:moveTo>
                  <a:cubicBezTo>
                    <a:pt x="2206714" y="2568350"/>
                    <a:pt x="2147370" y="2579447"/>
                    <a:pt x="2117609" y="2622883"/>
                  </a:cubicBezTo>
                  <a:cubicBezTo>
                    <a:pt x="1637146" y="3322742"/>
                    <a:pt x="1278195" y="4098599"/>
                    <a:pt x="1055848" y="4917803"/>
                  </a:cubicBezTo>
                  <a:cubicBezTo>
                    <a:pt x="1040138" y="4968059"/>
                    <a:pt x="1068151" y="5021531"/>
                    <a:pt x="1118422" y="5037242"/>
                  </a:cubicBezTo>
                  <a:cubicBezTo>
                    <a:pt x="1168694" y="5052948"/>
                    <a:pt x="1222182" y="5024944"/>
                    <a:pt x="1237899" y="4974688"/>
                  </a:cubicBezTo>
                  <a:cubicBezTo>
                    <a:pt x="1238611" y="4972400"/>
                    <a:pt x="1239240" y="4970093"/>
                    <a:pt x="1239781" y="4967760"/>
                  </a:cubicBezTo>
                  <a:cubicBezTo>
                    <a:pt x="1456596" y="4169149"/>
                    <a:pt x="1806538" y="3412786"/>
                    <a:pt x="2274902" y="2730488"/>
                  </a:cubicBezTo>
                  <a:cubicBezTo>
                    <a:pt x="2304581" y="2687090"/>
                    <a:pt x="2293518" y="2627860"/>
                    <a:pt x="2250170" y="2598095"/>
                  </a:cubicBezTo>
                  <a:close/>
                  <a:moveTo>
                    <a:pt x="5289222" y="4471365"/>
                  </a:moveTo>
                  <a:cubicBezTo>
                    <a:pt x="5247089" y="4439770"/>
                    <a:pt x="5187312" y="4448313"/>
                    <a:pt x="5155707" y="4490433"/>
                  </a:cubicBezTo>
                  <a:cubicBezTo>
                    <a:pt x="4642139" y="5174034"/>
                    <a:pt x="4359361" y="6003210"/>
                    <a:pt x="4348260" y="6858064"/>
                  </a:cubicBezTo>
                  <a:lnTo>
                    <a:pt x="4538996" y="6858064"/>
                  </a:lnTo>
                  <a:cubicBezTo>
                    <a:pt x="4550065" y="6044479"/>
                    <a:pt x="4819460" y="5255459"/>
                    <a:pt x="5308296" y="4604903"/>
                  </a:cubicBezTo>
                  <a:cubicBezTo>
                    <a:pt x="5339900" y="4562782"/>
                    <a:pt x="5331375" y="4503024"/>
                    <a:pt x="5289241" y="4471429"/>
                  </a:cubicBezTo>
                  <a:cubicBezTo>
                    <a:pt x="5289216" y="4471403"/>
                    <a:pt x="5289184" y="4471384"/>
                    <a:pt x="5289158" y="4471365"/>
                  </a:cubicBezTo>
                  <a:close/>
                  <a:moveTo>
                    <a:pt x="2682504" y="5323054"/>
                  </a:moveTo>
                  <a:cubicBezTo>
                    <a:pt x="2631558" y="5309764"/>
                    <a:pt x="2579475" y="5340266"/>
                    <a:pt x="2566155" y="5391189"/>
                  </a:cubicBezTo>
                  <a:cubicBezTo>
                    <a:pt x="2441510" y="5870327"/>
                    <a:pt x="2376125" y="6362940"/>
                    <a:pt x="2371478" y="6858000"/>
                  </a:cubicBezTo>
                  <a:lnTo>
                    <a:pt x="2562213" y="6858000"/>
                  </a:lnTo>
                  <a:cubicBezTo>
                    <a:pt x="2566810" y="6379148"/>
                    <a:pt x="2630122" y="5902679"/>
                    <a:pt x="2750724" y="5439240"/>
                  </a:cubicBezTo>
                  <a:cubicBezTo>
                    <a:pt x="2764018" y="5388310"/>
                    <a:pt x="2733513" y="5336243"/>
                    <a:pt x="2682567" y="5322927"/>
                  </a:cubicBezTo>
                  <a:close/>
                  <a:moveTo>
                    <a:pt x="4160068" y="5925910"/>
                  </a:moveTo>
                  <a:cubicBezTo>
                    <a:pt x="4108531" y="5915060"/>
                    <a:pt x="4057948" y="5948028"/>
                    <a:pt x="4047095" y="5999555"/>
                  </a:cubicBezTo>
                  <a:cubicBezTo>
                    <a:pt x="4047089" y="5999562"/>
                    <a:pt x="4047089" y="5999568"/>
                    <a:pt x="4047089" y="5999574"/>
                  </a:cubicBezTo>
                  <a:cubicBezTo>
                    <a:pt x="3988006" y="6282004"/>
                    <a:pt x="3956363" y="6569507"/>
                    <a:pt x="3952611" y="6858000"/>
                  </a:cubicBezTo>
                  <a:lnTo>
                    <a:pt x="4143347" y="6858000"/>
                  </a:lnTo>
                  <a:cubicBezTo>
                    <a:pt x="4147123" y="6582600"/>
                    <a:pt x="4177425" y="6308242"/>
                    <a:pt x="4233819" y="6038663"/>
                  </a:cubicBezTo>
                  <a:cubicBezTo>
                    <a:pt x="4244634" y="5987155"/>
                    <a:pt x="4211649" y="5936626"/>
                    <a:pt x="4160132" y="5925783"/>
                  </a:cubicBezTo>
                  <a:close/>
                  <a:moveTo>
                    <a:pt x="2089189" y="6428024"/>
                  </a:moveTo>
                  <a:cubicBezTo>
                    <a:pt x="2036629" y="6424783"/>
                    <a:pt x="1991399" y="6464762"/>
                    <a:pt x="1988163" y="6517325"/>
                  </a:cubicBezTo>
                  <a:cubicBezTo>
                    <a:pt x="1981233" y="6630015"/>
                    <a:pt x="1977228" y="6744293"/>
                    <a:pt x="1976147" y="6857937"/>
                  </a:cubicBezTo>
                  <a:lnTo>
                    <a:pt x="2166882" y="6857937"/>
                  </a:lnTo>
                  <a:cubicBezTo>
                    <a:pt x="2167900" y="6748170"/>
                    <a:pt x="2171778" y="6637832"/>
                    <a:pt x="2178454" y="6529020"/>
                  </a:cubicBezTo>
                  <a:cubicBezTo>
                    <a:pt x="2181645" y="6476520"/>
                    <a:pt x="2141737" y="6431393"/>
                    <a:pt x="2089253" y="6428088"/>
                  </a:cubicBezTo>
                  <a:close/>
                  <a:moveTo>
                    <a:pt x="3184583" y="972450"/>
                  </a:moveTo>
                  <a:cubicBezTo>
                    <a:pt x="3218833" y="1012264"/>
                    <a:pt x="3278838" y="1016897"/>
                    <a:pt x="3318797" y="982811"/>
                  </a:cubicBezTo>
                  <a:cubicBezTo>
                    <a:pt x="3763936" y="601738"/>
                    <a:pt x="4250629" y="272053"/>
                    <a:pt x="4769659" y="0"/>
                  </a:cubicBezTo>
                  <a:lnTo>
                    <a:pt x="4375472" y="0"/>
                  </a:lnTo>
                  <a:cubicBezTo>
                    <a:pt x="3957475" y="243105"/>
                    <a:pt x="3562373" y="523572"/>
                    <a:pt x="3195010" y="837960"/>
                  </a:cubicBezTo>
                  <a:cubicBezTo>
                    <a:pt x="3154981" y="872186"/>
                    <a:pt x="3150289" y="932364"/>
                    <a:pt x="3184526" y="972381"/>
                  </a:cubicBezTo>
                  <a:cubicBezTo>
                    <a:pt x="3184545" y="972406"/>
                    <a:pt x="3184564" y="972425"/>
                    <a:pt x="3184583" y="972450"/>
                  </a:cubicBezTo>
                  <a:close/>
                  <a:moveTo>
                    <a:pt x="3860550" y="1312617"/>
                  </a:moveTo>
                  <a:cubicBezTo>
                    <a:pt x="2823496" y="2150361"/>
                    <a:pt x="2039217" y="3259260"/>
                    <a:pt x="1594930" y="4515984"/>
                  </a:cubicBezTo>
                  <a:cubicBezTo>
                    <a:pt x="1577376" y="4565636"/>
                    <a:pt x="1603405" y="4620118"/>
                    <a:pt x="1653073" y="4637667"/>
                  </a:cubicBezTo>
                  <a:cubicBezTo>
                    <a:pt x="1702740" y="4655216"/>
                    <a:pt x="1757240" y="4629195"/>
                    <a:pt x="1774794" y="4579543"/>
                  </a:cubicBezTo>
                  <a:cubicBezTo>
                    <a:pt x="2207331" y="3355996"/>
                    <a:pt x="2970909" y="2276380"/>
                    <a:pt x="3980586" y="1460773"/>
                  </a:cubicBezTo>
                  <a:cubicBezTo>
                    <a:pt x="4021531" y="1427634"/>
                    <a:pt x="4027850" y="1367596"/>
                    <a:pt x="3994700" y="1326664"/>
                  </a:cubicBezTo>
                  <a:cubicBezTo>
                    <a:pt x="3961551" y="1285732"/>
                    <a:pt x="3901494" y="1279414"/>
                    <a:pt x="3860550" y="1312554"/>
                  </a:cubicBezTo>
                  <a:close/>
                  <a:moveTo>
                    <a:pt x="1208945" y="3617516"/>
                  </a:moveTo>
                  <a:cubicBezTo>
                    <a:pt x="1160835" y="3596077"/>
                    <a:pt x="1104454" y="3617687"/>
                    <a:pt x="1083015" y="3665782"/>
                  </a:cubicBezTo>
                  <a:cubicBezTo>
                    <a:pt x="1083009" y="3665795"/>
                    <a:pt x="1083002" y="3665808"/>
                    <a:pt x="1082996" y="3665820"/>
                  </a:cubicBezTo>
                  <a:cubicBezTo>
                    <a:pt x="859435" y="4168317"/>
                    <a:pt x="688555" y="4692614"/>
                    <a:pt x="573097" y="5230321"/>
                  </a:cubicBezTo>
                  <a:cubicBezTo>
                    <a:pt x="458636" y="5765430"/>
                    <a:pt x="398987" y="6310803"/>
                    <a:pt x="395077" y="6858000"/>
                  </a:cubicBezTo>
                  <a:lnTo>
                    <a:pt x="585812" y="6858000"/>
                  </a:lnTo>
                  <a:cubicBezTo>
                    <a:pt x="589655" y="6324252"/>
                    <a:pt x="647789" y="5792284"/>
                    <a:pt x="759318" y="5270300"/>
                  </a:cubicBezTo>
                  <a:cubicBezTo>
                    <a:pt x="872119" y="4745584"/>
                    <a:pt x="1038993" y="4233954"/>
                    <a:pt x="1257265" y="3743616"/>
                  </a:cubicBezTo>
                  <a:cubicBezTo>
                    <a:pt x="1278792" y="3695566"/>
                    <a:pt x="1257284" y="3639157"/>
                    <a:pt x="1209212" y="3617637"/>
                  </a:cubicBezTo>
                  <a:cubicBezTo>
                    <a:pt x="1209123" y="3617598"/>
                    <a:pt x="1209034" y="3617554"/>
                    <a:pt x="1208945" y="3617516"/>
                  </a:cubicBezTo>
                  <a:close/>
                  <a:moveTo>
                    <a:pt x="943632" y="5974532"/>
                  </a:moveTo>
                  <a:cubicBezTo>
                    <a:pt x="891294" y="5968659"/>
                    <a:pt x="844106" y="6006305"/>
                    <a:pt x="838219" y="6058620"/>
                  </a:cubicBezTo>
                  <a:cubicBezTo>
                    <a:pt x="808496" y="6324074"/>
                    <a:pt x="792557" y="6590926"/>
                    <a:pt x="790471" y="6858000"/>
                  </a:cubicBezTo>
                  <a:lnTo>
                    <a:pt x="981207" y="6858000"/>
                  </a:lnTo>
                  <a:cubicBezTo>
                    <a:pt x="983267" y="6597917"/>
                    <a:pt x="998799" y="6338127"/>
                    <a:pt x="1027746" y="6079658"/>
                  </a:cubicBezTo>
                  <a:cubicBezTo>
                    <a:pt x="1033475" y="6027432"/>
                    <a:pt x="995855" y="5980418"/>
                    <a:pt x="943632" y="5974532"/>
                  </a:cubicBezTo>
                  <a:close/>
                  <a:moveTo>
                    <a:pt x="2331805" y="1389587"/>
                  </a:moveTo>
                  <a:cubicBezTo>
                    <a:pt x="2707325" y="978292"/>
                    <a:pt x="3123535" y="606057"/>
                    <a:pt x="3574065" y="278578"/>
                  </a:cubicBezTo>
                  <a:cubicBezTo>
                    <a:pt x="3707535" y="181588"/>
                    <a:pt x="3843911" y="88728"/>
                    <a:pt x="3983193" y="0"/>
                  </a:cubicBezTo>
                  <a:lnTo>
                    <a:pt x="3637771" y="0"/>
                  </a:lnTo>
                  <a:cubicBezTo>
                    <a:pt x="3578433" y="40678"/>
                    <a:pt x="3519814" y="82118"/>
                    <a:pt x="3461913" y="124321"/>
                  </a:cubicBezTo>
                  <a:cubicBezTo>
                    <a:pt x="3000969" y="459401"/>
                    <a:pt x="2575133" y="840261"/>
                    <a:pt x="2190915" y="1261071"/>
                  </a:cubicBezTo>
                  <a:cubicBezTo>
                    <a:pt x="2155794" y="1300312"/>
                    <a:pt x="2159145" y="1360585"/>
                    <a:pt x="2198398" y="1395695"/>
                  </a:cubicBezTo>
                  <a:cubicBezTo>
                    <a:pt x="2237111" y="1430316"/>
                    <a:pt x="2296417" y="1427602"/>
                    <a:pt x="2331805" y="1389587"/>
                  </a:cubicBezTo>
                  <a:close/>
                  <a:moveTo>
                    <a:pt x="558283" y="4174100"/>
                  </a:moveTo>
                  <a:cubicBezTo>
                    <a:pt x="508369" y="4157308"/>
                    <a:pt x="454289" y="4184143"/>
                    <a:pt x="437484" y="4234036"/>
                  </a:cubicBezTo>
                  <a:cubicBezTo>
                    <a:pt x="152999" y="5079865"/>
                    <a:pt x="5315" y="5965653"/>
                    <a:pt x="0" y="6858000"/>
                  </a:cubicBezTo>
                  <a:lnTo>
                    <a:pt x="190735" y="6858000"/>
                  </a:lnTo>
                  <a:cubicBezTo>
                    <a:pt x="196021" y="5986354"/>
                    <a:pt x="340335" y="5121127"/>
                    <a:pt x="618237" y="4294926"/>
                  </a:cubicBezTo>
                  <a:cubicBezTo>
                    <a:pt x="635068" y="4245032"/>
                    <a:pt x="608253" y="4190944"/>
                    <a:pt x="558344" y="4174119"/>
                  </a:cubicBezTo>
                  <a:cubicBezTo>
                    <a:pt x="558323" y="4174113"/>
                    <a:pt x="558303" y="4174107"/>
                    <a:pt x="558283" y="4174100"/>
                  </a:cubicBezTo>
                  <a:close/>
                  <a:moveTo>
                    <a:pt x="3037844" y="3379615"/>
                  </a:moveTo>
                  <a:cubicBezTo>
                    <a:pt x="3010054" y="3424341"/>
                    <a:pt x="3023793" y="3483121"/>
                    <a:pt x="3068533" y="3510909"/>
                  </a:cubicBezTo>
                  <a:cubicBezTo>
                    <a:pt x="3111436" y="3537552"/>
                    <a:pt x="3167678" y="3526131"/>
                    <a:pt x="3196790" y="3484868"/>
                  </a:cubicBezTo>
                  <a:cubicBezTo>
                    <a:pt x="3756262" y="2640934"/>
                    <a:pt x="4511937" y="1945073"/>
                    <a:pt x="5399149" y="1456833"/>
                  </a:cubicBezTo>
                  <a:cubicBezTo>
                    <a:pt x="5438612" y="1435178"/>
                    <a:pt x="5478324" y="1413994"/>
                    <a:pt x="5518295" y="1393274"/>
                  </a:cubicBezTo>
                  <a:lnTo>
                    <a:pt x="5518295" y="1179080"/>
                  </a:lnTo>
                  <a:cubicBezTo>
                    <a:pt x="5447342" y="1214673"/>
                    <a:pt x="5377024" y="1251582"/>
                    <a:pt x="5307342" y="1289800"/>
                  </a:cubicBezTo>
                  <a:cubicBezTo>
                    <a:pt x="4393090" y="1792906"/>
                    <a:pt x="3614361" y="2509939"/>
                    <a:pt x="3037780" y="3379551"/>
                  </a:cubicBezTo>
                  <a:close/>
                  <a:moveTo>
                    <a:pt x="4015808" y="3381140"/>
                  </a:moveTo>
                  <a:cubicBezTo>
                    <a:pt x="3403115" y="4138641"/>
                    <a:pt x="2998006" y="5042404"/>
                    <a:pt x="2840242" y="6003706"/>
                  </a:cubicBezTo>
                  <a:cubicBezTo>
                    <a:pt x="2831761" y="6055671"/>
                    <a:pt x="2867028" y="6104675"/>
                    <a:pt x="2919009" y="6113154"/>
                  </a:cubicBezTo>
                  <a:cubicBezTo>
                    <a:pt x="2919009" y="6113154"/>
                    <a:pt x="2919016" y="6113154"/>
                    <a:pt x="2919016" y="6113154"/>
                  </a:cubicBezTo>
                  <a:cubicBezTo>
                    <a:pt x="2924121" y="6114012"/>
                    <a:pt x="2929290" y="6114438"/>
                    <a:pt x="2934465" y="6114425"/>
                  </a:cubicBezTo>
                  <a:cubicBezTo>
                    <a:pt x="2981183" y="6114381"/>
                    <a:pt x="3020989" y="6080504"/>
                    <a:pt x="3028498" y="6034405"/>
                  </a:cubicBezTo>
                  <a:cubicBezTo>
                    <a:pt x="3282755" y="4490388"/>
                    <a:pt x="4190147" y="3130744"/>
                    <a:pt x="5518613" y="2303182"/>
                  </a:cubicBezTo>
                  <a:lnTo>
                    <a:pt x="5518613" y="2080027"/>
                  </a:lnTo>
                  <a:cubicBezTo>
                    <a:pt x="4944729" y="2421681"/>
                    <a:pt x="4435910" y="2862252"/>
                    <a:pt x="4015745" y="3381331"/>
                  </a:cubicBezTo>
                  <a:close/>
                  <a:moveTo>
                    <a:pt x="3489188" y="3682663"/>
                  </a:moveTo>
                  <a:cubicBezTo>
                    <a:pt x="3520805" y="3682689"/>
                    <a:pt x="3550382" y="3667047"/>
                    <a:pt x="3568152" y="3640906"/>
                  </a:cubicBezTo>
                  <a:cubicBezTo>
                    <a:pt x="3901106" y="3151394"/>
                    <a:pt x="4306483" y="2715260"/>
                    <a:pt x="4770422" y="2347419"/>
                  </a:cubicBezTo>
                  <a:cubicBezTo>
                    <a:pt x="4811678" y="2314686"/>
                    <a:pt x="4818582" y="2254712"/>
                    <a:pt x="4785839" y="2213469"/>
                  </a:cubicBezTo>
                  <a:cubicBezTo>
                    <a:pt x="4753096" y="2172225"/>
                    <a:pt x="4693104" y="2165323"/>
                    <a:pt x="4651848" y="2198056"/>
                  </a:cubicBezTo>
                  <a:cubicBezTo>
                    <a:pt x="4172796" y="2577934"/>
                    <a:pt x="3754234" y="3028338"/>
                    <a:pt x="3410477" y="3533872"/>
                  </a:cubicBezTo>
                  <a:cubicBezTo>
                    <a:pt x="3380843" y="3577397"/>
                    <a:pt x="3392116" y="3636704"/>
                    <a:pt x="3435655" y="3666329"/>
                  </a:cubicBezTo>
                  <a:cubicBezTo>
                    <a:pt x="3451441" y="3677071"/>
                    <a:pt x="3470089" y="3682829"/>
                    <a:pt x="3489188" y="3682854"/>
                  </a:cubicBezTo>
                  <a:close/>
                  <a:moveTo>
                    <a:pt x="5235117" y="0"/>
                  </a:moveTo>
                  <a:cubicBezTo>
                    <a:pt x="5039295" y="89448"/>
                    <a:pt x="4847415" y="187160"/>
                    <a:pt x="4659477" y="293133"/>
                  </a:cubicBezTo>
                  <a:cubicBezTo>
                    <a:pt x="4613020" y="317947"/>
                    <a:pt x="4595485" y="375710"/>
                    <a:pt x="4620306" y="422150"/>
                  </a:cubicBezTo>
                  <a:cubicBezTo>
                    <a:pt x="4645127" y="468591"/>
                    <a:pt x="4702908" y="486122"/>
                    <a:pt x="4749364" y="461309"/>
                  </a:cubicBezTo>
                  <a:cubicBezTo>
                    <a:pt x="4750655" y="460619"/>
                    <a:pt x="4751933" y="459899"/>
                    <a:pt x="4753192" y="459149"/>
                  </a:cubicBezTo>
                  <a:cubicBezTo>
                    <a:pt x="5000906" y="319499"/>
                    <a:pt x="5256473" y="194249"/>
                    <a:pt x="5518613" y="84025"/>
                  </a:cubicBezTo>
                  <a:lnTo>
                    <a:pt x="5518613" y="0"/>
                  </a:lnTo>
                  <a:close/>
                  <a:moveTo>
                    <a:pt x="4506698" y="959040"/>
                  </a:moveTo>
                  <a:cubicBezTo>
                    <a:pt x="4534914" y="1003493"/>
                    <a:pt x="4593832" y="1016668"/>
                    <a:pt x="4638305" y="988467"/>
                  </a:cubicBezTo>
                  <a:cubicBezTo>
                    <a:pt x="4920053" y="809892"/>
                    <a:pt x="5214244" y="651732"/>
                    <a:pt x="5518613" y="515208"/>
                  </a:cubicBezTo>
                  <a:lnTo>
                    <a:pt x="5518613" y="306799"/>
                  </a:lnTo>
                  <a:cubicBezTo>
                    <a:pt x="5178233" y="454670"/>
                    <a:pt x="4849857" y="628751"/>
                    <a:pt x="4536453" y="827473"/>
                  </a:cubicBezTo>
                  <a:cubicBezTo>
                    <a:pt x="4491903" y="855559"/>
                    <a:pt x="4478558" y="914434"/>
                    <a:pt x="4506654" y="958970"/>
                  </a:cubicBezTo>
                  <a:cubicBezTo>
                    <a:pt x="4506666" y="958995"/>
                    <a:pt x="4506685" y="959014"/>
                    <a:pt x="4506698" y="959040"/>
                  </a:cubicBezTo>
                  <a:close/>
                  <a:moveTo>
                    <a:pt x="4505109" y="4769266"/>
                  </a:moveTo>
                  <a:cubicBezTo>
                    <a:pt x="4479111" y="4815060"/>
                    <a:pt x="4495178" y="4873248"/>
                    <a:pt x="4540986" y="4899237"/>
                  </a:cubicBezTo>
                  <a:cubicBezTo>
                    <a:pt x="4586794" y="4925227"/>
                    <a:pt x="4645000" y="4909165"/>
                    <a:pt x="4670998" y="4863371"/>
                  </a:cubicBezTo>
                  <a:cubicBezTo>
                    <a:pt x="4671334" y="4862767"/>
                    <a:pt x="4671672" y="4862163"/>
                    <a:pt x="4672002" y="4861553"/>
                  </a:cubicBezTo>
                  <a:cubicBezTo>
                    <a:pt x="4894546" y="4460236"/>
                    <a:pt x="5180426" y="4097461"/>
                    <a:pt x="5518613" y="3787218"/>
                  </a:cubicBezTo>
                  <a:lnTo>
                    <a:pt x="5518613" y="3532982"/>
                  </a:lnTo>
                  <a:cubicBezTo>
                    <a:pt x="5109015" y="3880656"/>
                    <a:pt x="4765659" y="4299483"/>
                    <a:pt x="4505109" y="4769266"/>
                  </a:cubicBezTo>
                  <a:close/>
                  <a:moveTo>
                    <a:pt x="5138541" y="6858000"/>
                  </a:moveTo>
                  <a:lnTo>
                    <a:pt x="5329276" y="6858000"/>
                  </a:lnTo>
                  <a:cubicBezTo>
                    <a:pt x="5336270" y="6515418"/>
                    <a:pt x="5400255" y="6176332"/>
                    <a:pt x="5518613" y="5854724"/>
                  </a:cubicBezTo>
                  <a:lnTo>
                    <a:pt x="5518613" y="5389791"/>
                  </a:lnTo>
                  <a:cubicBezTo>
                    <a:pt x="5516706" y="5392651"/>
                    <a:pt x="5514862" y="5395638"/>
                    <a:pt x="5513146" y="5398816"/>
                  </a:cubicBezTo>
                  <a:cubicBezTo>
                    <a:pt x="5276239" y="5849385"/>
                    <a:pt x="5147964" y="6349072"/>
                    <a:pt x="5138541" y="6858000"/>
                  </a:cubicBezTo>
                  <a:close/>
                  <a:moveTo>
                    <a:pt x="4985952" y="5893686"/>
                  </a:moveTo>
                  <a:cubicBezTo>
                    <a:pt x="5035970" y="5910160"/>
                    <a:pt x="5089878" y="5882988"/>
                    <a:pt x="5106370" y="5832987"/>
                  </a:cubicBezTo>
                  <a:cubicBezTo>
                    <a:pt x="5204847" y="5534978"/>
                    <a:pt x="5343543" y="5251798"/>
                    <a:pt x="5518613" y="4991277"/>
                  </a:cubicBezTo>
                  <a:lnTo>
                    <a:pt x="5518613" y="4667127"/>
                  </a:lnTo>
                  <a:cubicBezTo>
                    <a:pt x="5258469" y="4998866"/>
                    <a:pt x="5057911" y="5373234"/>
                    <a:pt x="4925871" y="5773559"/>
                  </a:cubicBezTo>
                  <a:cubicBezTo>
                    <a:pt x="4909525" y="5823396"/>
                    <a:pt x="4936514" y="5877065"/>
                    <a:pt x="4986271" y="5893686"/>
                  </a:cubicBezTo>
                  <a:close/>
                  <a:moveTo>
                    <a:pt x="4231022" y="3746922"/>
                  </a:moveTo>
                  <a:cubicBezTo>
                    <a:pt x="3547960" y="4641328"/>
                    <a:pt x="3172923" y="5732780"/>
                    <a:pt x="3162013" y="6858000"/>
                  </a:cubicBezTo>
                  <a:lnTo>
                    <a:pt x="3352748" y="6858000"/>
                  </a:lnTo>
                  <a:cubicBezTo>
                    <a:pt x="3371256" y="5227137"/>
                    <a:pt x="4178328" y="3706129"/>
                    <a:pt x="5518613" y="2776187"/>
                  </a:cubicBezTo>
                  <a:lnTo>
                    <a:pt x="5518613" y="2545913"/>
                  </a:lnTo>
                  <a:cubicBezTo>
                    <a:pt x="5487758" y="2566252"/>
                    <a:pt x="5457088" y="2586909"/>
                    <a:pt x="5426615" y="2607883"/>
                  </a:cubicBezTo>
                  <a:cubicBezTo>
                    <a:pt x="4970414" y="2922055"/>
                    <a:pt x="4566875" y="3306503"/>
                    <a:pt x="4231022" y="3746922"/>
                  </a:cubicBezTo>
                  <a:close/>
                  <a:moveTo>
                    <a:pt x="4908260" y="6204806"/>
                  </a:moveTo>
                  <a:cubicBezTo>
                    <a:pt x="4856386" y="6195698"/>
                    <a:pt x="4806947" y="6230357"/>
                    <a:pt x="4797837" y="6282220"/>
                  </a:cubicBezTo>
                  <a:cubicBezTo>
                    <a:pt x="4797830" y="6282240"/>
                    <a:pt x="4797830" y="6282265"/>
                    <a:pt x="4797824" y="6282284"/>
                  </a:cubicBezTo>
                  <a:cubicBezTo>
                    <a:pt x="4764509" y="6472452"/>
                    <a:pt x="4746160" y="6664972"/>
                    <a:pt x="4742956" y="6858000"/>
                  </a:cubicBezTo>
                  <a:lnTo>
                    <a:pt x="4933691" y="6858000"/>
                  </a:lnTo>
                  <a:cubicBezTo>
                    <a:pt x="4936800" y="6676031"/>
                    <a:pt x="4954081" y="6494507"/>
                    <a:pt x="4985380" y="6315208"/>
                  </a:cubicBezTo>
                  <a:cubicBezTo>
                    <a:pt x="4994510" y="6263445"/>
                    <a:pt x="4960013" y="6214067"/>
                    <a:pt x="4908260" y="6204806"/>
                  </a:cubicBezTo>
                  <a:close/>
                  <a:moveTo>
                    <a:pt x="4560803" y="3966517"/>
                  </a:moveTo>
                  <a:cubicBezTo>
                    <a:pt x="4263180" y="4352091"/>
                    <a:pt x="4025727" y="4780535"/>
                    <a:pt x="3856544" y="5237250"/>
                  </a:cubicBezTo>
                  <a:cubicBezTo>
                    <a:pt x="3838253" y="5286641"/>
                    <a:pt x="3863468" y="5341505"/>
                    <a:pt x="3912875" y="5359791"/>
                  </a:cubicBezTo>
                  <a:cubicBezTo>
                    <a:pt x="3962282" y="5378077"/>
                    <a:pt x="4017163" y="5352869"/>
                    <a:pt x="4035454" y="5303478"/>
                  </a:cubicBezTo>
                  <a:cubicBezTo>
                    <a:pt x="4333199" y="4501537"/>
                    <a:pt x="4846398" y="3797203"/>
                    <a:pt x="5518613" y="3267942"/>
                  </a:cubicBezTo>
                  <a:lnTo>
                    <a:pt x="5518613" y="3027944"/>
                  </a:lnTo>
                  <a:cubicBezTo>
                    <a:pt x="5157405" y="3294948"/>
                    <a:pt x="4835056" y="3610823"/>
                    <a:pt x="4560803" y="3966517"/>
                  </a:cubicBezTo>
                  <a:close/>
                </a:path>
              </a:pathLst>
            </a:custGeom>
            <a:solidFill>
              <a:srgbClr val="004591">
                <a:alpha val="4310"/>
              </a:srgbClr>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8" name="Google Shape;88;g3c9d1bd252f_0_267"/>
            <p:cNvSpPr/>
            <p:nvPr/>
          </p:nvSpPr>
          <p:spPr>
            <a:xfrm>
              <a:off x="5330737" y="210583"/>
              <a:ext cx="3668526" cy="4753341"/>
            </a:xfrm>
            <a:custGeom>
              <a:rect b="b" l="l" r="r" t="t"/>
              <a:pathLst>
                <a:path extrusionOk="0" h="6337788" w="4891368">
                  <a:moveTo>
                    <a:pt x="745243" y="3328976"/>
                  </a:moveTo>
                  <a:cubicBezTo>
                    <a:pt x="615034" y="3317536"/>
                    <a:pt x="605370" y="3517682"/>
                    <a:pt x="735833" y="3519144"/>
                  </a:cubicBezTo>
                  <a:cubicBezTo>
                    <a:pt x="854598" y="3519335"/>
                    <a:pt x="863499" y="3340544"/>
                    <a:pt x="745243" y="3328976"/>
                  </a:cubicBezTo>
                  <a:close/>
                  <a:moveTo>
                    <a:pt x="1658484" y="6147620"/>
                  </a:moveTo>
                  <a:cubicBezTo>
                    <a:pt x="1528275" y="6136180"/>
                    <a:pt x="1518611" y="6336390"/>
                    <a:pt x="1649138" y="6337788"/>
                  </a:cubicBezTo>
                  <a:cubicBezTo>
                    <a:pt x="1767903" y="6337916"/>
                    <a:pt x="1776676" y="6159125"/>
                    <a:pt x="1658484" y="6147620"/>
                  </a:cubicBezTo>
                  <a:close/>
                  <a:moveTo>
                    <a:pt x="1259974" y="4171957"/>
                  </a:moveTo>
                  <a:cubicBezTo>
                    <a:pt x="1129765" y="4160580"/>
                    <a:pt x="1119783" y="4360664"/>
                    <a:pt x="1250564" y="4362189"/>
                  </a:cubicBezTo>
                  <a:cubicBezTo>
                    <a:pt x="1369329" y="4362253"/>
                    <a:pt x="1378166" y="4183652"/>
                    <a:pt x="1259974" y="4171957"/>
                  </a:cubicBezTo>
                  <a:close/>
                  <a:moveTo>
                    <a:pt x="1778774" y="3926811"/>
                  </a:moveTo>
                  <a:cubicBezTo>
                    <a:pt x="1648566" y="3915307"/>
                    <a:pt x="1638902" y="4115517"/>
                    <a:pt x="1769365" y="4116979"/>
                  </a:cubicBezTo>
                  <a:cubicBezTo>
                    <a:pt x="1888066" y="4117487"/>
                    <a:pt x="1896967" y="3938442"/>
                    <a:pt x="1778774" y="3926811"/>
                  </a:cubicBezTo>
                  <a:close/>
                  <a:moveTo>
                    <a:pt x="2490854" y="5643345"/>
                  </a:moveTo>
                  <a:cubicBezTo>
                    <a:pt x="2372661" y="5654976"/>
                    <a:pt x="2381499" y="5833513"/>
                    <a:pt x="2500200" y="5833576"/>
                  </a:cubicBezTo>
                  <a:cubicBezTo>
                    <a:pt x="2630790" y="5832115"/>
                    <a:pt x="2621062" y="5632095"/>
                    <a:pt x="2490727" y="5643408"/>
                  </a:cubicBezTo>
                  <a:close/>
                  <a:moveTo>
                    <a:pt x="1817685" y="949650"/>
                  </a:moveTo>
                  <a:cubicBezTo>
                    <a:pt x="1699556" y="961282"/>
                    <a:pt x="1708330" y="1139882"/>
                    <a:pt x="1827031" y="1139882"/>
                  </a:cubicBezTo>
                  <a:cubicBezTo>
                    <a:pt x="1957811" y="1138420"/>
                    <a:pt x="1947957" y="938337"/>
                    <a:pt x="1817685" y="949650"/>
                  </a:cubicBezTo>
                  <a:close/>
                  <a:moveTo>
                    <a:pt x="1761990" y="2491334"/>
                  </a:moveTo>
                  <a:cubicBezTo>
                    <a:pt x="1892707" y="2489745"/>
                    <a:pt x="1882789" y="2289725"/>
                    <a:pt x="1752580" y="2301102"/>
                  </a:cubicBezTo>
                  <a:cubicBezTo>
                    <a:pt x="1634388" y="2312734"/>
                    <a:pt x="1643289" y="2491334"/>
                    <a:pt x="1761990" y="2491334"/>
                  </a:cubicBezTo>
                  <a:close/>
                  <a:moveTo>
                    <a:pt x="722863" y="4567103"/>
                  </a:moveTo>
                  <a:cubicBezTo>
                    <a:pt x="592591" y="4555789"/>
                    <a:pt x="582990" y="4755682"/>
                    <a:pt x="713453" y="4757334"/>
                  </a:cubicBezTo>
                  <a:cubicBezTo>
                    <a:pt x="832154" y="4757334"/>
                    <a:pt x="841119" y="4578734"/>
                    <a:pt x="722863" y="4567103"/>
                  </a:cubicBezTo>
                  <a:close/>
                  <a:moveTo>
                    <a:pt x="4272069" y="190694"/>
                  </a:moveTo>
                  <a:cubicBezTo>
                    <a:pt x="4402786" y="189105"/>
                    <a:pt x="4392868" y="-10851"/>
                    <a:pt x="4262659" y="463"/>
                  </a:cubicBezTo>
                  <a:cubicBezTo>
                    <a:pt x="4144467" y="12157"/>
                    <a:pt x="4153304" y="190758"/>
                    <a:pt x="4272069" y="190694"/>
                  </a:cubicBezTo>
                  <a:close/>
                  <a:moveTo>
                    <a:pt x="84153" y="3888675"/>
                  </a:moveTo>
                  <a:cubicBezTo>
                    <a:pt x="-33721" y="3900434"/>
                    <a:pt x="-25138" y="4079352"/>
                    <a:pt x="93436" y="4079352"/>
                  </a:cubicBezTo>
                  <a:cubicBezTo>
                    <a:pt x="224280" y="4077445"/>
                    <a:pt x="214235" y="3877425"/>
                    <a:pt x="84153" y="3888675"/>
                  </a:cubicBezTo>
                  <a:close/>
                  <a:moveTo>
                    <a:pt x="489339" y="5693238"/>
                  </a:moveTo>
                  <a:cubicBezTo>
                    <a:pt x="371210" y="5704679"/>
                    <a:pt x="379984" y="5883470"/>
                    <a:pt x="498685" y="5883407"/>
                  </a:cubicBezTo>
                  <a:cubicBezTo>
                    <a:pt x="629403" y="5882135"/>
                    <a:pt x="619611" y="5681925"/>
                    <a:pt x="489339" y="5693366"/>
                  </a:cubicBezTo>
                  <a:close/>
                  <a:moveTo>
                    <a:pt x="2214860" y="5039345"/>
                  </a:moveTo>
                  <a:cubicBezTo>
                    <a:pt x="2096731" y="5050976"/>
                    <a:pt x="2105504" y="5229576"/>
                    <a:pt x="2224206" y="5229576"/>
                  </a:cubicBezTo>
                  <a:cubicBezTo>
                    <a:pt x="2354923" y="5228178"/>
                    <a:pt x="2345132" y="5028222"/>
                    <a:pt x="2214860" y="5039472"/>
                  </a:cubicBezTo>
                  <a:close/>
                  <a:moveTo>
                    <a:pt x="4448054" y="5922813"/>
                  </a:moveTo>
                  <a:cubicBezTo>
                    <a:pt x="4329862" y="5934444"/>
                    <a:pt x="4338763" y="6113108"/>
                    <a:pt x="4457464" y="6113044"/>
                  </a:cubicBezTo>
                  <a:cubicBezTo>
                    <a:pt x="4588435" y="6111774"/>
                    <a:pt x="4578326" y="5911754"/>
                    <a:pt x="4448054" y="5923067"/>
                  </a:cubicBezTo>
                  <a:close/>
                  <a:moveTo>
                    <a:pt x="4267491" y="1896804"/>
                  </a:moveTo>
                  <a:cubicBezTo>
                    <a:pt x="4149299" y="1908372"/>
                    <a:pt x="4158136" y="2086973"/>
                    <a:pt x="4276837" y="2087036"/>
                  </a:cubicBezTo>
                  <a:cubicBezTo>
                    <a:pt x="4407554" y="2085765"/>
                    <a:pt x="4397700" y="1885682"/>
                    <a:pt x="4267491" y="1897059"/>
                  </a:cubicBezTo>
                  <a:close/>
                  <a:moveTo>
                    <a:pt x="4153050" y="722301"/>
                  </a:moveTo>
                  <a:cubicBezTo>
                    <a:pt x="4283831" y="720775"/>
                    <a:pt x="4273849" y="520755"/>
                    <a:pt x="4143704" y="532069"/>
                  </a:cubicBezTo>
                  <a:cubicBezTo>
                    <a:pt x="4025384" y="543954"/>
                    <a:pt x="4034222" y="722491"/>
                    <a:pt x="4152923" y="722555"/>
                  </a:cubicBezTo>
                  <a:close/>
                  <a:moveTo>
                    <a:pt x="4144848" y="4439731"/>
                  </a:moveTo>
                  <a:cubicBezTo>
                    <a:pt x="4026719" y="4451362"/>
                    <a:pt x="4035557" y="4629962"/>
                    <a:pt x="4154258" y="4629962"/>
                  </a:cubicBezTo>
                  <a:cubicBezTo>
                    <a:pt x="4284975" y="4628373"/>
                    <a:pt x="4275184" y="4428417"/>
                    <a:pt x="4144848" y="4439731"/>
                  </a:cubicBezTo>
                  <a:close/>
                  <a:moveTo>
                    <a:pt x="4591233" y="5427499"/>
                  </a:moveTo>
                  <a:cubicBezTo>
                    <a:pt x="4461278" y="5416058"/>
                    <a:pt x="4451042" y="5616269"/>
                    <a:pt x="4582078" y="5617476"/>
                  </a:cubicBezTo>
                  <a:cubicBezTo>
                    <a:pt x="4700524" y="5617858"/>
                    <a:pt x="4709235" y="5439067"/>
                    <a:pt x="4591233" y="5427499"/>
                  </a:cubicBezTo>
                  <a:close/>
                  <a:moveTo>
                    <a:pt x="4806955" y="4171957"/>
                  </a:moveTo>
                  <a:cubicBezTo>
                    <a:pt x="4676746" y="4160580"/>
                    <a:pt x="4667082" y="4360600"/>
                    <a:pt x="4797609" y="4362189"/>
                  </a:cubicBezTo>
                  <a:cubicBezTo>
                    <a:pt x="4916373" y="4362189"/>
                    <a:pt x="4925401" y="4183589"/>
                    <a:pt x="4806955" y="4171957"/>
                  </a:cubicBezTo>
                  <a:close/>
                  <a:moveTo>
                    <a:pt x="3486302" y="1201216"/>
                  </a:moveTo>
                  <a:cubicBezTo>
                    <a:pt x="3605003" y="1201216"/>
                    <a:pt x="3613841" y="1022616"/>
                    <a:pt x="3495648" y="1010985"/>
                  </a:cubicBezTo>
                  <a:cubicBezTo>
                    <a:pt x="3365439" y="999608"/>
                    <a:pt x="3355585" y="1199627"/>
                    <a:pt x="3486302" y="1201216"/>
                  </a:cubicBezTo>
                  <a:close/>
                  <a:moveTo>
                    <a:pt x="2813387" y="534738"/>
                  </a:moveTo>
                  <a:cubicBezTo>
                    <a:pt x="2695259" y="546370"/>
                    <a:pt x="2704032" y="724906"/>
                    <a:pt x="2822734" y="724970"/>
                  </a:cubicBezTo>
                  <a:cubicBezTo>
                    <a:pt x="2953451" y="723445"/>
                    <a:pt x="2943660" y="523425"/>
                    <a:pt x="2813387" y="534738"/>
                  </a:cubicBezTo>
                  <a:close/>
                  <a:moveTo>
                    <a:pt x="3045640" y="3211646"/>
                  </a:moveTo>
                  <a:cubicBezTo>
                    <a:pt x="2927447" y="3223278"/>
                    <a:pt x="2936285" y="3401878"/>
                    <a:pt x="3055049" y="3401878"/>
                  </a:cubicBezTo>
                  <a:cubicBezTo>
                    <a:pt x="3185767" y="3400289"/>
                    <a:pt x="3175848" y="3200333"/>
                    <a:pt x="3045640" y="3211646"/>
                  </a:cubicBezTo>
                  <a:close/>
                  <a:moveTo>
                    <a:pt x="3521080" y="4894812"/>
                  </a:moveTo>
                  <a:cubicBezTo>
                    <a:pt x="3390871" y="4883499"/>
                    <a:pt x="3381207" y="5083518"/>
                    <a:pt x="3511734" y="5085044"/>
                  </a:cubicBezTo>
                  <a:cubicBezTo>
                    <a:pt x="3630498" y="5085044"/>
                    <a:pt x="3639272" y="4906507"/>
                    <a:pt x="3521080" y="4894812"/>
                  </a:cubicBezTo>
                  <a:close/>
                  <a:moveTo>
                    <a:pt x="3706220" y="5642900"/>
                  </a:moveTo>
                  <a:cubicBezTo>
                    <a:pt x="3581606" y="5643599"/>
                    <a:pt x="3581606" y="5832877"/>
                    <a:pt x="3706220" y="5833576"/>
                  </a:cubicBezTo>
                  <a:cubicBezTo>
                    <a:pt x="3830834" y="5832941"/>
                    <a:pt x="3830897" y="5643662"/>
                    <a:pt x="3706220" y="5642900"/>
                  </a:cubicBezTo>
                  <a:close/>
                  <a:moveTo>
                    <a:pt x="2673642" y="3056499"/>
                  </a:moveTo>
                  <a:cubicBezTo>
                    <a:pt x="2555513" y="3068131"/>
                    <a:pt x="2564351" y="3246731"/>
                    <a:pt x="2683051" y="3246731"/>
                  </a:cubicBezTo>
                  <a:cubicBezTo>
                    <a:pt x="2813769" y="3245206"/>
                    <a:pt x="2803914" y="3045186"/>
                    <a:pt x="2673642" y="3056499"/>
                  </a:cubicBezTo>
                  <a:close/>
                </a:path>
              </a:pathLst>
            </a:custGeom>
            <a:solidFill>
              <a:srgbClr val="004591">
                <a:alpha val="4310"/>
              </a:srgbClr>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89" name="Google Shape;89;g3c9d1bd252f_0_267"/>
          <p:cNvSpPr txBox="1"/>
          <p:nvPr>
            <p:ph type="title"/>
          </p:nvPr>
        </p:nvSpPr>
        <p:spPr>
          <a:xfrm>
            <a:off x="1140400" y="1114667"/>
            <a:ext cx="9911100" cy="5283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4000"/>
              <a:buNone/>
              <a:defRPr/>
            </a:lvl1pPr>
            <a:lvl2pPr lvl="1" algn="l">
              <a:lnSpc>
                <a:spcPct val="90000"/>
              </a:lnSpc>
              <a:spcBef>
                <a:spcPts val="0"/>
              </a:spcBef>
              <a:spcAft>
                <a:spcPts val="0"/>
              </a:spcAft>
              <a:buSzPts val="4000"/>
              <a:buNone/>
              <a:defRPr/>
            </a:lvl2pPr>
            <a:lvl3pPr lvl="2" algn="l">
              <a:lnSpc>
                <a:spcPct val="90000"/>
              </a:lnSpc>
              <a:spcBef>
                <a:spcPts val="0"/>
              </a:spcBef>
              <a:spcAft>
                <a:spcPts val="0"/>
              </a:spcAft>
              <a:buSzPts val="4000"/>
              <a:buNone/>
              <a:defRPr/>
            </a:lvl3pPr>
            <a:lvl4pPr lvl="3" algn="l">
              <a:lnSpc>
                <a:spcPct val="90000"/>
              </a:lnSpc>
              <a:spcBef>
                <a:spcPts val="0"/>
              </a:spcBef>
              <a:spcAft>
                <a:spcPts val="0"/>
              </a:spcAft>
              <a:buSzPts val="4000"/>
              <a:buNone/>
              <a:defRPr/>
            </a:lvl4pPr>
            <a:lvl5pPr lvl="4" algn="l">
              <a:lnSpc>
                <a:spcPct val="90000"/>
              </a:lnSpc>
              <a:spcBef>
                <a:spcPts val="0"/>
              </a:spcBef>
              <a:spcAft>
                <a:spcPts val="0"/>
              </a:spcAft>
              <a:buSzPts val="4000"/>
              <a:buNone/>
              <a:defRPr/>
            </a:lvl5pPr>
            <a:lvl6pPr lvl="5" algn="l">
              <a:lnSpc>
                <a:spcPct val="90000"/>
              </a:lnSpc>
              <a:spcBef>
                <a:spcPts val="0"/>
              </a:spcBef>
              <a:spcAft>
                <a:spcPts val="0"/>
              </a:spcAft>
              <a:buSzPts val="4000"/>
              <a:buNone/>
              <a:defRPr/>
            </a:lvl6pPr>
            <a:lvl7pPr lvl="6" algn="l">
              <a:lnSpc>
                <a:spcPct val="90000"/>
              </a:lnSpc>
              <a:spcBef>
                <a:spcPts val="0"/>
              </a:spcBef>
              <a:spcAft>
                <a:spcPts val="0"/>
              </a:spcAft>
              <a:buSzPts val="4000"/>
              <a:buNone/>
              <a:defRPr/>
            </a:lvl7pPr>
            <a:lvl8pPr lvl="7" algn="l">
              <a:lnSpc>
                <a:spcPct val="90000"/>
              </a:lnSpc>
              <a:spcBef>
                <a:spcPts val="0"/>
              </a:spcBef>
              <a:spcAft>
                <a:spcPts val="0"/>
              </a:spcAft>
              <a:buSzPts val="4000"/>
              <a:buNone/>
              <a:defRPr/>
            </a:lvl8pPr>
            <a:lvl9pPr lvl="8" algn="l">
              <a:lnSpc>
                <a:spcPct val="90000"/>
              </a:lnSpc>
              <a:spcBef>
                <a:spcPts val="0"/>
              </a:spcBef>
              <a:spcAft>
                <a:spcPts val="0"/>
              </a:spcAft>
              <a:buSzPts val="4000"/>
              <a:buNone/>
              <a:defRPr/>
            </a:lvl9pPr>
          </a:lstStyle>
          <a:p/>
        </p:txBody>
      </p:sp>
      <p:sp>
        <p:nvSpPr>
          <p:cNvPr id="90" name="Google Shape;90;g3c9d1bd252f_0_267"/>
          <p:cNvSpPr txBox="1"/>
          <p:nvPr>
            <p:ph idx="1" type="body"/>
          </p:nvPr>
        </p:nvSpPr>
        <p:spPr>
          <a:xfrm>
            <a:off x="1140400" y="1906867"/>
            <a:ext cx="3087600" cy="4426500"/>
          </a:xfrm>
          <a:prstGeom prst="rect">
            <a:avLst/>
          </a:prstGeom>
          <a:noFill/>
          <a:ln>
            <a:noFill/>
          </a:ln>
        </p:spPr>
        <p:txBody>
          <a:bodyPr anchorCtr="0" anchor="t" bIns="0" lIns="0" spcFirstLastPara="1" rIns="0" wrap="square" tIns="0">
            <a:noAutofit/>
          </a:bodyPr>
          <a:lstStyle>
            <a:lvl1pPr indent="-381000" lvl="0" marL="457200" algn="l">
              <a:lnSpc>
                <a:spcPct val="100000"/>
              </a:lnSpc>
              <a:spcBef>
                <a:spcPts val="0"/>
              </a:spcBef>
              <a:spcAft>
                <a:spcPts val="0"/>
              </a:spcAft>
              <a:buSzPts val="2400"/>
              <a:buChar char="●"/>
              <a:defRPr sz="2400"/>
            </a:lvl1pPr>
            <a:lvl2pPr indent="-381000" lvl="1" marL="914400" algn="l">
              <a:lnSpc>
                <a:spcPct val="100000"/>
              </a:lnSpc>
              <a:spcBef>
                <a:spcPts val="800"/>
              </a:spcBef>
              <a:spcAft>
                <a:spcPts val="0"/>
              </a:spcAft>
              <a:buSzPts val="2400"/>
              <a:buChar char="○"/>
              <a:defRPr sz="2400"/>
            </a:lvl2pPr>
            <a:lvl3pPr indent="-381000" lvl="2" marL="1371600" algn="l">
              <a:lnSpc>
                <a:spcPct val="100000"/>
              </a:lnSpc>
              <a:spcBef>
                <a:spcPts val="800"/>
              </a:spcBef>
              <a:spcAft>
                <a:spcPts val="0"/>
              </a:spcAft>
              <a:buSzPts val="2400"/>
              <a:buChar char="■"/>
              <a:defRPr sz="2400"/>
            </a:lvl3pPr>
            <a:lvl4pPr indent="-381000" lvl="3" marL="1828800" algn="l">
              <a:lnSpc>
                <a:spcPct val="100000"/>
              </a:lnSpc>
              <a:spcBef>
                <a:spcPts val="800"/>
              </a:spcBef>
              <a:spcAft>
                <a:spcPts val="0"/>
              </a:spcAft>
              <a:buSzPts val="2400"/>
              <a:buChar char="●"/>
              <a:defRPr sz="2400"/>
            </a:lvl4pPr>
            <a:lvl5pPr indent="-381000" lvl="4" marL="2286000" algn="l">
              <a:lnSpc>
                <a:spcPct val="100000"/>
              </a:lnSpc>
              <a:spcBef>
                <a:spcPts val="800"/>
              </a:spcBef>
              <a:spcAft>
                <a:spcPts val="0"/>
              </a:spcAft>
              <a:buSzPts val="2400"/>
              <a:buChar char="○"/>
              <a:defRPr sz="2400"/>
            </a:lvl5pPr>
            <a:lvl6pPr indent="-381000" lvl="5" marL="2743200" algn="l">
              <a:lnSpc>
                <a:spcPct val="100000"/>
              </a:lnSpc>
              <a:spcBef>
                <a:spcPts val="800"/>
              </a:spcBef>
              <a:spcAft>
                <a:spcPts val="0"/>
              </a:spcAft>
              <a:buSzPts val="2400"/>
              <a:buChar char="■"/>
              <a:defRPr sz="2400"/>
            </a:lvl6pPr>
            <a:lvl7pPr indent="-381000" lvl="6" marL="3200400" algn="l">
              <a:lnSpc>
                <a:spcPct val="100000"/>
              </a:lnSpc>
              <a:spcBef>
                <a:spcPts val="800"/>
              </a:spcBef>
              <a:spcAft>
                <a:spcPts val="0"/>
              </a:spcAft>
              <a:buSzPts val="2400"/>
              <a:buChar char="●"/>
              <a:defRPr sz="2400"/>
            </a:lvl7pPr>
            <a:lvl8pPr indent="-381000" lvl="7" marL="3657600" algn="l">
              <a:lnSpc>
                <a:spcPct val="100000"/>
              </a:lnSpc>
              <a:spcBef>
                <a:spcPts val="800"/>
              </a:spcBef>
              <a:spcAft>
                <a:spcPts val="0"/>
              </a:spcAft>
              <a:buSzPts val="2400"/>
              <a:buChar char="○"/>
              <a:defRPr sz="2400"/>
            </a:lvl8pPr>
            <a:lvl9pPr indent="-381000" lvl="8" marL="4114800" algn="l">
              <a:lnSpc>
                <a:spcPct val="100000"/>
              </a:lnSpc>
              <a:spcBef>
                <a:spcPts val="800"/>
              </a:spcBef>
              <a:spcAft>
                <a:spcPts val="800"/>
              </a:spcAft>
              <a:buSzPts val="2400"/>
              <a:buChar char="■"/>
              <a:defRPr sz="2400"/>
            </a:lvl9pPr>
          </a:lstStyle>
          <a:p/>
        </p:txBody>
      </p:sp>
      <p:sp>
        <p:nvSpPr>
          <p:cNvPr id="91" name="Google Shape;91;g3c9d1bd252f_0_267"/>
          <p:cNvSpPr txBox="1"/>
          <p:nvPr>
            <p:ph idx="2" type="body"/>
          </p:nvPr>
        </p:nvSpPr>
        <p:spPr>
          <a:xfrm>
            <a:off x="4552281" y="1906867"/>
            <a:ext cx="3087600" cy="4426500"/>
          </a:xfrm>
          <a:prstGeom prst="rect">
            <a:avLst/>
          </a:prstGeom>
          <a:noFill/>
          <a:ln>
            <a:noFill/>
          </a:ln>
        </p:spPr>
        <p:txBody>
          <a:bodyPr anchorCtr="0" anchor="t" bIns="0" lIns="0" spcFirstLastPara="1" rIns="0" wrap="square" tIns="0">
            <a:noAutofit/>
          </a:bodyPr>
          <a:lstStyle>
            <a:lvl1pPr indent="-381000" lvl="0" marL="457200" algn="l">
              <a:lnSpc>
                <a:spcPct val="100000"/>
              </a:lnSpc>
              <a:spcBef>
                <a:spcPts val="0"/>
              </a:spcBef>
              <a:spcAft>
                <a:spcPts val="0"/>
              </a:spcAft>
              <a:buSzPts val="2400"/>
              <a:buChar char="●"/>
              <a:defRPr sz="2400"/>
            </a:lvl1pPr>
            <a:lvl2pPr indent="-381000" lvl="1" marL="914400" algn="l">
              <a:lnSpc>
                <a:spcPct val="100000"/>
              </a:lnSpc>
              <a:spcBef>
                <a:spcPts val="800"/>
              </a:spcBef>
              <a:spcAft>
                <a:spcPts val="0"/>
              </a:spcAft>
              <a:buSzPts val="2400"/>
              <a:buChar char="○"/>
              <a:defRPr sz="2400"/>
            </a:lvl2pPr>
            <a:lvl3pPr indent="-381000" lvl="2" marL="1371600" algn="l">
              <a:lnSpc>
                <a:spcPct val="100000"/>
              </a:lnSpc>
              <a:spcBef>
                <a:spcPts val="800"/>
              </a:spcBef>
              <a:spcAft>
                <a:spcPts val="0"/>
              </a:spcAft>
              <a:buSzPts val="2400"/>
              <a:buChar char="■"/>
              <a:defRPr sz="2400"/>
            </a:lvl3pPr>
            <a:lvl4pPr indent="-381000" lvl="3" marL="1828800" algn="l">
              <a:lnSpc>
                <a:spcPct val="100000"/>
              </a:lnSpc>
              <a:spcBef>
                <a:spcPts val="800"/>
              </a:spcBef>
              <a:spcAft>
                <a:spcPts val="0"/>
              </a:spcAft>
              <a:buSzPts val="2400"/>
              <a:buChar char="●"/>
              <a:defRPr sz="2400"/>
            </a:lvl4pPr>
            <a:lvl5pPr indent="-381000" lvl="4" marL="2286000" algn="l">
              <a:lnSpc>
                <a:spcPct val="100000"/>
              </a:lnSpc>
              <a:spcBef>
                <a:spcPts val="800"/>
              </a:spcBef>
              <a:spcAft>
                <a:spcPts val="0"/>
              </a:spcAft>
              <a:buSzPts val="2400"/>
              <a:buChar char="○"/>
              <a:defRPr sz="2400"/>
            </a:lvl5pPr>
            <a:lvl6pPr indent="-381000" lvl="5" marL="2743200" algn="l">
              <a:lnSpc>
                <a:spcPct val="100000"/>
              </a:lnSpc>
              <a:spcBef>
                <a:spcPts val="800"/>
              </a:spcBef>
              <a:spcAft>
                <a:spcPts val="0"/>
              </a:spcAft>
              <a:buSzPts val="2400"/>
              <a:buChar char="■"/>
              <a:defRPr sz="2400"/>
            </a:lvl6pPr>
            <a:lvl7pPr indent="-381000" lvl="6" marL="3200400" algn="l">
              <a:lnSpc>
                <a:spcPct val="100000"/>
              </a:lnSpc>
              <a:spcBef>
                <a:spcPts val="800"/>
              </a:spcBef>
              <a:spcAft>
                <a:spcPts val="0"/>
              </a:spcAft>
              <a:buSzPts val="2400"/>
              <a:buChar char="●"/>
              <a:defRPr sz="2400"/>
            </a:lvl7pPr>
            <a:lvl8pPr indent="-381000" lvl="7" marL="3657600" algn="l">
              <a:lnSpc>
                <a:spcPct val="100000"/>
              </a:lnSpc>
              <a:spcBef>
                <a:spcPts val="800"/>
              </a:spcBef>
              <a:spcAft>
                <a:spcPts val="0"/>
              </a:spcAft>
              <a:buSzPts val="2400"/>
              <a:buChar char="○"/>
              <a:defRPr sz="2400"/>
            </a:lvl8pPr>
            <a:lvl9pPr indent="-381000" lvl="8" marL="4114800" algn="l">
              <a:lnSpc>
                <a:spcPct val="100000"/>
              </a:lnSpc>
              <a:spcBef>
                <a:spcPts val="800"/>
              </a:spcBef>
              <a:spcAft>
                <a:spcPts val="800"/>
              </a:spcAft>
              <a:buSzPts val="2400"/>
              <a:buChar char="■"/>
              <a:defRPr sz="2400"/>
            </a:lvl9pPr>
          </a:lstStyle>
          <a:p/>
        </p:txBody>
      </p:sp>
      <p:sp>
        <p:nvSpPr>
          <p:cNvPr id="92" name="Google Shape;92;g3c9d1bd252f_0_267"/>
          <p:cNvSpPr txBox="1"/>
          <p:nvPr>
            <p:ph idx="3" type="body"/>
          </p:nvPr>
        </p:nvSpPr>
        <p:spPr>
          <a:xfrm>
            <a:off x="7964163" y="1906867"/>
            <a:ext cx="3087600" cy="4426500"/>
          </a:xfrm>
          <a:prstGeom prst="rect">
            <a:avLst/>
          </a:prstGeom>
          <a:noFill/>
          <a:ln>
            <a:noFill/>
          </a:ln>
        </p:spPr>
        <p:txBody>
          <a:bodyPr anchorCtr="0" anchor="t" bIns="0" lIns="0" spcFirstLastPara="1" rIns="0" wrap="square" tIns="0">
            <a:noAutofit/>
          </a:bodyPr>
          <a:lstStyle>
            <a:lvl1pPr indent="-381000" lvl="0" marL="457200" algn="l">
              <a:lnSpc>
                <a:spcPct val="100000"/>
              </a:lnSpc>
              <a:spcBef>
                <a:spcPts val="0"/>
              </a:spcBef>
              <a:spcAft>
                <a:spcPts val="0"/>
              </a:spcAft>
              <a:buSzPts val="2400"/>
              <a:buChar char="●"/>
              <a:defRPr sz="2400"/>
            </a:lvl1pPr>
            <a:lvl2pPr indent="-381000" lvl="1" marL="914400" algn="l">
              <a:lnSpc>
                <a:spcPct val="100000"/>
              </a:lnSpc>
              <a:spcBef>
                <a:spcPts val="800"/>
              </a:spcBef>
              <a:spcAft>
                <a:spcPts val="0"/>
              </a:spcAft>
              <a:buSzPts val="2400"/>
              <a:buChar char="○"/>
              <a:defRPr sz="2400"/>
            </a:lvl2pPr>
            <a:lvl3pPr indent="-381000" lvl="2" marL="1371600" algn="l">
              <a:lnSpc>
                <a:spcPct val="100000"/>
              </a:lnSpc>
              <a:spcBef>
                <a:spcPts val="800"/>
              </a:spcBef>
              <a:spcAft>
                <a:spcPts val="0"/>
              </a:spcAft>
              <a:buSzPts val="2400"/>
              <a:buChar char="■"/>
              <a:defRPr sz="2400"/>
            </a:lvl3pPr>
            <a:lvl4pPr indent="-381000" lvl="3" marL="1828800" algn="l">
              <a:lnSpc>
                <a:spcPct val="100000"/>
              </a:lnSpc>
              <a:spcBef>
                <a:spcPts val="800"/>
              </a:spcBef>
              <a:spcAft>
                <a:spcPts val="0"/>
              </a:spcAft>
              <a:buSzPts val="2400"/>
              <a:buChar char="●"/>
              <a:defRPr sz="2400"/>
            </a:lvl4pPr>
            <a:lvl5pPr indent="-381000" lvl="4" marL="2286000" algn="l">
              <a:lnSpc>
                <a:spcPct val="100000"/>
              </a:lnSpc>
              <a:spcBef>
                <a:spcPts val="800"/>
              </a:spcBef>
              <a:spcAft>
                <a:spcPts val="0"/>
              </a:spcAft>
              <a:buSzPts val="2400"/>
              <a:buChar char="○"/>
              <a:defRPr sz="2400"/>
            </a:lvl5pPr>
            <a:lvl6pPr indent="-381000" lvl="5" marL="2743200" algn="l">
              <a:lnSpc>
                <a:spcPct val="100000"/>
              </a:lnSpc>
              <a:spcBef>
                <a:spcPts val="800"/>
              </a:spcBef>
              <a:spcAft>
                <a:spcPts val="0"/>
              </a:spcAft>
              <a:buSzPts val="2400"/>
              <a:buChar char="■"/>
              <a:defRPr sz="2400"/>
            </a:lvl6pPr>
            <a:lvl7pPr indent="-381000" lvl="6" marL="3200400" algn="l">
              <a:lnSpc>
                <a:spcPct val="100000"/>
              </a:lnSpc>
              <a:spcBef>
                <a:spcPts val="800"/>
              </a:spcBef>
              <a:spcAft>
                <a:spcPts val="0"/>
              </a:spcAft>
              <a:buSzPts val="2400"/>
              <a:buChar char="●"/>
              <a:defRPr sz="2400"/>
            </a:lvl7pPr>
            <a:lvl8pPr indent="-381000" lvl="7" marL="3657600" algn="l">
              <a:lnSpc>
                <a:spcPct val="100000"/>
              </a:lnSpc>
              <a:spcBef>
                <a:spcPts val="800"/>
              </a:spcBef>
              <a:spcAft>
                <a:spcPts val="0"/>
              </a:spcAft>
              <a:buSzPts val="2400"/>
              <a:buChar char="○"/>
              <a:defRPr sz="2400"/>
            </a:lvl8pPr>
            <a:lvl9pPr indent="-381000" lvl="8" marL="4114800" algn="l">
              <a:lnSpc>
                <a:spcPct val="100000"/>
              </a:lnSpc>
              <a:spcBef>
                <a:spcPts val="800"/>
              </a:spcBef>
              <a:spcAft>
                <a:spcPts val="800"/>
              </a:spcAft>
              <a:buSzPts val="2400"/>
              <a:buChar char="■"/>
              <a:defRPr sz="2400"/>
            </a:lvl9pPr>
          </a:lstStyle>
          <a:p/>
        </p:txBody>
      </p:sp>
      <p:sp>
        <p:nvSpPr>
          <p:cNvPr id="93" name="Google Shape;93;g3c9d1bd252f_0_267"/>
          <p:cNvSpPr txBox="1"/>
          <p:nvPr>
            <p:ph idx="12" type="sldNum"/>
          </p:nvPr>
        </p:nvSpPr>
        <p:spPr>
          <a:xfrm>
            <a:off x="11307445" y="6333135"/>
            <a:ext cx="731700" cy="5247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700"/>
              <a:buFont typeface="Arial"/>
              <a:buNone/>
              <a:defRPr b="1" i="0" sz="1700" u="none" cap="none" strike="noStrike">
                <a:solidFill>
                  <a:schemeClr val="dk2"/>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700"/>
              <a:buFont typeface="Arial"/>
              <a:buNone/>
              <a:defRPr b="1" i="0" sz="1700" u="none" cap="none" strike="noStrike">
                <a:solidFill>
                  <a:schemeClr val="dk2"/>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700"/>
              <a:buFont typeface="Arial"/>
              <a:buNone/>
              <a:defRPr b="1" i="0" sz="1700" u="none" cap="none" strike="noStrike">
                <a:solidFill>
                  <a:schemeClr val="dk2"/>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700"/>
              <a:buFont typeface="Arial"/>
              <a:buNone/>
              <a:defRPr b="1" i="0" sz="1700" u="none" cap="none" strike="noStrike">
                <a:solidFill>
                  <a:schemeClr val="dk2"/>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700"/>
              <a:buFont typeface="Arial"/>
              <a:buNone/>
              <a:defRPr b="1" i="0" sz="1700" u="none" cap="none" strike="noStrike">
                <a:solidFill>
                  <a:schemeClr val="dk2"/>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700"/>
              <a:buFont typeface="Arial"/>
              <a:buNone/>
              <a:defRPr b="1" i="0" sz="1700" u="none" cap="none" strike="noStrike">
                <a:solidFill>
                  <a:schemeClr val="dk2"/>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700"/>
              <a:buFont typeface="Arial"/>
              <a:buNone/>
              <a:defRPr b="1" i="0" sz="1700" u="none" cap="none" strike="noStrike">
                <a:solidFill>
                  <a:schemeClr val="dk2"/>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700"/>
              <a:buFont typeface="Arial"/>
              <a:buNone/>
              <a:defRPr b="1" i="0" sz="1700" u="none" cap="none" strike="noStrike">
                <a:solidFill>
                  <a:schemeClr val="dk2"/>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700"/>
              <a:buFont typeface="Arial"/>
              <a:buNone/>
              <a:defRPr b="1" i="0" sz="1700" u="none" cap="none" strike="noStrike">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0" name="Shape 100"/>
        <p:cNvGrpSpPr/>
        <p:nvPr/>
      </p:nvGrpSpPr>
      <p:grpSpPr>
        <a:xfrm>
          <a:off x="0" y="0"/>
          <a:ext cx="0" cy="0"/>
          <a:chOff x="0" y="0"/>
          <a:chExt cx="0" cy="0"/>
        </a:xfrm>
      </p:grpSpPr>
      <p:sp>
        <p:nvSpPr>
          <p:cNvPr id="101" name="Google Shape;101;g3c9d1bd252f_0_39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g3c9d1bd252f_0_39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 name="Google Shape;103;g3c9d1bd252f_0_39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g3c9d1bd252f_0_39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g3c9d1bd252f_0_39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6" name="Shape 106"/>
        <p:cNvGrpSpPr/>
        <p:nvPr/>
      </p:nvGrpSpPr>
      <p:grpSpPr>
        <a:xfrm>
          <a:off x="0" y="0"/>
          <a:ext cx="0" cy="0"/>
          <a:chOff x="0" y="0"/>
          <a:chExt cx="0" cy="0"/>
        </a:xfrm>
      </p:grpSpPr>
      <p:sp>
        <p:nvSpPr>
          <p:cNvPr id="107" name="Google Shape;107;g3c9d1bd252f_0_396"/>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g3c9d1bd252f_0_396"/>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09" name="Google Shape;109;g3c9d1bd252f_0_39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g3c9d1bd252f_0_39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g3c9d1bd252f_0_39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2" name="Shape 112"/>
        <p:cNvGrpSpPr/>
        <p:nvPr/>
      </p:nvGrpSpPr>
      <p:grpSpPr>
        <a:xfrm>
          <a:off x="0" y="0"/>
          <a:ext cx="0" cy="0"/>
          <a:chOff x="0" y="0"/>
          <a:chExt cx="0" cy="0"/>
        </a:xfrm>
      </p:grpSpPr>
      <p:sp>
        <p:nvSpPr>
          <p:cNvPr id="113" name="Google Shape;113;g3c9d1bd252f_0_402"/>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g3c9d1bd252f_0_402"/>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15" name="Google Shape;115;g3c9d1bd252f_0_40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g3c9d1bd252f_0_40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g3c9d1bd252f_0_40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8" name="Shape 118"/>
        <p:cNvGrpSpPr/>
        <p:nvPr/>
      </p:nvGrpSpPr>
      <p:grpSpPr>
        <a:xfrm>
          <a:off x="0" y="0"/>
          <a:ext cx="0" cy="0"/>
          <a:chOff x="0" y="0"/>
          <a:chExt cx="0" cy="0"/>
        </a:xfrm>
      </p:grpSpPr>
      <p:sp>
        <p:nvSpPr>
          <p:cNvPr id="119" name="Google Shape;119;g3c9d1bd252f_0_40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0" name="Google Shape;120;g3c9d1bd252f_0_408"/>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g3c9d1bd252f_0_408"/>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 name="Google Shape;122;g3c9d1bd252f_0_40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g3c9d1bd252f_0_40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g3c9d1bd252f_0_40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5" name="Shape 125"/>
        <p:cNvGrpSpPr/>
        <p:nvPr/>
      </p:nvGrpSpPr>
      <p:grpSpPr>
        <a:xfrm>
          <a:off x="0" y="0"/>
          <a:ext cx="0" cy="0"/>
          <a:chOff x="0" y="0"/>
          <a:chExt cx="0" cy="0"/>
        </a:xfrm>
      </p:grpSpPr>
      <p:sp>
        <p:nvSpPr>
          <p:cNvPr id="126" name="Google Shape;126;g3c9d1bd252f_0_415"/>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 name="Google Shape;127;g3c9d1bd252f_0_415"/>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8" name="Google Shape;128;g3c9d1bd252f_0_415"/>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 name="Google Shape;129;g3c9d1bd252f_0_415"/>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0" name="Google Shape;130;g3c9d1bd252f_0_415"/>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 name="Google Shape;131;g3c9d1bd252f_0_41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g3c9d1bd252f_0_41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g3c9d1bd252f_0_41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4" name="Shape 134"/>
        <p:cNvGrpSpPr/>
        <p:nvPr/>
      </p:nvGrpSpPr>
      <p:grpSpPr>
        <a:xfrm>
          <a:off x="0" y="0"/>
          <a:ext cx="0" cy="0"/>
          <a:chOff x="0" y="0"/>
          <a:chExt cx="0" cy="0"/>
        </a:xfrm>
      </p:grpSpPr>
      <p:sp>
        <p:nvSpPr>
          <p:cNvPr id="135" name="Google Shape;135;g3c9d1bd252f_0_42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 name="Google Shape;136;g3c9d1bd252f_0_42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g3c9d1bd252f_0_42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g3c9d1bd252f_0_42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9" name="Shape 139"/>
        <p:cNvGrpSpPr/>
        <p:nvPr/>
      </p:nvGrpSpPr>
      <p:grpSpPr>
        <a:xfrm>
          <a:off x="0" y="0"/>
          <a:ext cx="0" cy="0"/>
          <a:chOff x="0" y="0"/>
          <a:chExt cx="0" cy="0"/>
        </a:xfrm>
      </p:grpSpPr>
      <p:sp>
        <p:nvSpPr>
          <p:cNvPr id="140" name="Google Shape;140;g3c9d1bd252f_0_42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g3c9d1bd252f_0_42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g3c9d1bd252f_0_42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43" name="Shape 143"/>
        <p:cNvGrpSpPr/>
        <p:nvPr/>
      </p:nvGrpSpPr>
      <p:grpSpPr>
        <a:xfrm>
          <a:off x="0" y="0"/>
          <a:ext cx="0" cy="0"/>
          <a:chOff x="0" y="0"/>
          <a:chExt cx="0" cy="0"/>
        </a:xfrm>
      </p:grpSpPr>
      <p:sp>
        <p:nvSpPr>
          <p:cNvPr id="144" name="Google Shape;144;g3c9d1bd252f_0_433"/>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g3c9d1bd252f_0_433"/>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46" name="Google Shape;146;g3c9d1bd252f_0_433"/>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47" name="Google Shape;147;g3c9d1bd252f_0_43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g3c9d1bd252f_0_43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g3c9d1bd252f_0_43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0" name="Shape 150"/>
        <p:cNvGrpSpPr/>
        <p:nvPr/>
      </p:nvGrpSpPr>
      <p:grpSpPr>
        <a:xfrm>
          <a:off x="0" y="0"/>
          <a:ext cx="0" cy="0"/>
          <a:chOff x="0" y="0"/>
          <a:chExt cx="0" cy="0"/>
        </a:xfrm>
      </p:grpSpPr>
      <p:sp>
        <p:nvSpPr>
          <p:cNvPr id="151" name="Google Shape;151;g3c9d1bd252f_0_440"/>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2" name="Google Shape;152;g3c9d1bd252f_0_440"/>
          <p:cNvSpPr/>
          <p:nvPr>
            <p:ph idx="2" type="pic"/>
          </p:nvPr>
        </p:nvSpPr>
        <p:spPr>
          <a:xfrm>
            <a:off x="5183188" y="987425"/>
            <a:ext cx="6172200" cy="4873500"/>
          </a:xfrm>
          <a:prstGeom prst="rect">
            <a:avLst/>
          </a:prstGeom>
          <a:noFill/>
          <a:ln>
            <a:noFill/>
          </a:ln>
        </p:spPr>
      </p:sp>
      <p:sp>
        <p:nvSpPr>
          <p:cNvPr id="153" name="Google Shape;153;g3c9d1bd252f_0_440"/>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54" name="Google Shape;154;g3c9d1bd252f_0_44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g3c9d1bd252f_0_44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g3c9d1bd252f_0_44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7" name="Shape 157"/>
        <p:cNvGrpSpPr/>
        <p:nvPr/>
      </p:nvGrpSpPr>
      <p:grpSpPr>
        <a:xfrm>
          <a:off x="0" y="0"/>
          <a:ext cx="0" cy="0"/>
          <a:chOff x="0" y="0"/>
          <a:chExt cx="0" cy="0"/>
        </a:xfrm>
      </p:grpSpPr>
      <p:sp>
        <p:nvSpPr>
          <p:cNvPr id="158" name="Google Shape;158;g3c9d1bd252f_0_44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g3c9d1bd252f_0_447"/>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 name="Google Shape;160;g3c9d1bd252f_0_44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g3c9d1bd252f_0_44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g3c9d1bd252f_0_44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63" name="Shape 163"/>
        <p:cNvGrpSpPr/>
        <p:nvPr/>
      </p:nvGrpSpPr>
      <p:grpSpPr>
        <a:xfrm>
          <a:off x="0" y="0"/>
          <a:ext cx="0" cy="0"/>
          <a:chOff x="0" y="0"/>
          <a:chExt cx="0" cy="0"/>
        </a:xfrm>
      </p:grpSpPr>
      <p:sp>
        <p:nvSpPr>
          <p:cNvPr id="164" name="Google Shape;164;g3c9d1bd252f_0_453"/>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5" name="Google Shape;165;g3c9d1bd252f_0_453"/>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6" name="Google Shape;166;g3c9d1bd252f_0_45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7" name="Google Shape;167;g3c9d1bd252f_0_45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8" name="Google Shape;168;g3c9d1bd252f_0_45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169" name="Shape 169"/>
        <p:cNvGrpSpPr/>
        <p:nvPr/>
      </p:nvGrpSpPr>
      <p:grpSpPr>
        <a:xfrm>
          <a:off x="0" y="0"/>
          <a:ext cx="0" cy="0"/>
          <a:chOff x="0" y="0"/>
          <a:chExt cx="0" cy="0"/>
        </a:xfrm>
      </p:grpSpPr>
      <p:grpSp>
        <p:nvGrpSpPr>
          <p:cNvPr id="170" name="Google Shape;170;g3c9d1bd252f_0_459"/>
          <p:cNvGrpSpPr/>
          <p:nvPr/>
        </p:nvGrpSpPr>
        <p:grpSpPr>
          <a:xfrm>
            <a:off x="6673230" y="0"/>
            <a:ext cx="5518476" cy="6858019"/>
            <a:chOff x="5005048" y="0"/>
            <a:chExt cx="4138961" cy="5143642"/>
          </a:xfrm>
        </p:grpSpPr>
        <p:sp>
          <p:nvSpPr>
            <p:cNvPr id="171" name="Google Shape;171;g3c9d1bd252f_0_459"/>
            <p:cNvSpPr/>
            <p:nvPr/>
          </p:nvSpPr>
          <p:spPr>
            <a:xfrm>
              <a:off x="5005049" y="0"/>
              <a:ext cx="4138960" cy="5143500"/>
            </a:xfrm>
            <a:custGeom>
              <a:rect b="b" l="l" r="r" t="t"/>
              <a:pathLst>
                <a:path extrusionOk="0" h="6858000" w="5518613">
                  <a:moveTo>
                    <a:pt x="4347879" y="6858000"/>
                  </a:moveTo>
                  <a:lnTo>
                    <a:pt x="4538614" y="6858000"/>
                  </a:lnTo>
                  <a:cubicBezTo>
                    <a:pt x="4551534" y="5930683"/>
                    <a:pt x="4899626" y="5039346"/>
                    <a:pt x="5518613" y="4348570"/>
                  </a:cubicBezTo>
                  <a:lnTo>
                    <a:pt x="5518613" y="4070500"/>
                  </a:lnTo>
                  <a:cubicBezTo>
                    <a:pt x="4781548" y="4812740"/>
                    <a:pt x="4361771" y="5812222"/>
                    <a:pt x="4347879" y="6858000"/>
                  </a:cubicBezTo>
                  <a:close/>
                  <a:moveTo>
                    <a:pt x="4301085" y="5188627"/>
                  </a:moveTo>
                  <a:cubicBezTo>
                    <a:pt x="4077511" y="5717157"/>
                    <a:pt x="3959147" y="6284191"/>
                    <a:pt x="3952611" y="6858000"/>
                  </a:cubicBezTo>
                  <a:lnTo>
                    <a:pt x="4143347" y="6858000"/>
                  </a:lnTo>
                  <a:cubicBezTo>
                    <a:pt x="4157130" y="5751110"/>
                    <a:pt x="4603757" y="4693586"/>
                    <a:pt x="5387642" y="3911730"/>
                  </a:cubicBezTo>
                  <a:cubicBezTo>
                    <a:pt x="5430449" y="3868935"/>
                    <a:pt x="5474000" y="3827197"/>
                    <a:pt x="5518295" y="3786519"/>
                  </a:cubicBezTo>
                  <a:lnTo>
                    <a:pt x="5518295" y="3532283"/>
                  </a:lnTo>
                  <a:cubicBezTo>
                    <a:pt x="5426952" y="3609615"/>
                    <a:pt x="5338451" y="3691136"/>
                    <a:pt x="5252792" y="3776858"/>
                  </a:cubicBezTo>
                  <a:cubicBezTo>
                    <a:pt x="4847103" y="4181397"/>
                    <a:pt x="4523877" y="4660866"/>
                    <a:pt x="4301085" y="5188627"/>
                  </a:cubicBezTo>
                  <a:close/>
                  <a:moveTo>
                    <a:pt x="4742956" y="6858000"/>
                  </a:moveTo>
                  <a:lnTo>
                    <a:pt x="4933691" y="6858000"/>
                  </a:lnTo>
                  <a:cubicBezTo>
                    <a:pt x="4944296" y="6192253"/>
                    <a:pt x="5147442" y="5543813"/>
                    <a:pt x="5518613" y="4990959"/>
                  </a:cubicBezTo>
                  <a:lnTo>
                    <a:pt x="5518613" y="4666809"/>
                  </a:lnTo>
                  <a:cubicBezTo>
                    <a:pt x="5027419" y="5292807"/>
                    <a:pt x="4754965" y="6062479"/>
                    <a:pt x="4742956" y="6858000"/>
                  </a:cubicBezTo>
                  <a:close/>
                  <a:moveTo>
                    <a:pt x="3936844" y="5034751"/>
                  </a:moveTo>
                  <a:cubicBezTo>
                    <a:pt x="3692690" y="5611967"/>
                    <a:pt x="3563753" y="6231329"/>
                    <a:pt x="3557280" y="6858000"/>
                  </a:cubicBezTo>
                  <a:lnTo>
                    <a:pt x="3748016" y="6858000"/>
                  </a:lnTo>
                  <a:cubicBezTo>
                    <a:pt x="3761742" y="5646276"/>
                    <a:pt x="4250019" y="4488202"/>
                    <a:pt x="5108087" y="3632261"/>
                  </a:cubicBezTo>
                  <a:cubicBezTo>
                    <a:pt x="5237705" y="3502760"/>
                    <a:pt x="5374780" y="3380944"/>
                    <a:pt x="5518613" y="3267434"/>
                  </a:cubicBezTo>
                  <a:lnTo>
                    <a:pt x="5518613" y="3027435"/>
                  </a:lnTo>
                  <a:cubicBezTo>
                    <a:pt x="4821685" y="3543508"/>
                    <a:pt x="4275552" y="4236573"/>
                    <a:pt x="3936844" y="5034751"/>
                  </a:cubicBezTo>
                  <a:close/>
                  <a:moveTo>
                    <a:pt x="1590798" y="2330830"/>
                  </a:moveTo>
                  <a:cubicBezTo>
                    <a:pt x="2180774" y="1457646"/>
                    <a:pt x="2932850" y="705739"/>
                    <a:pt x="3806254" y="115868"/>
                  </a:cubicBezTo>
                  <a:cubicBezTo>
                    <a:pt x="3864619" y="76504"/>
                    <a:pt x="3923511" y="37881"/>
                    <a:pt x="3982938" y="0"/>
                  </a:cubicBezTo>
                  <a:lnTo>
                    <a:pt x="3637961" y="0"/>
                  </a:lnTo>
                  <a:cubicBezTo>
                    <a:pt x="2317309" y="907938"/>
                    <a:pt x="1283739" y="2174291"/>
                    <a:pt x="658991" y="3649867"/>
                  </a:cubicBezTo>
                  <a:cubicBezTo>
                    <a:pt x="229264" y="4666364"/>
                    <a:pt x="7820" y="5745720"/>
                    <a:pt x="0" y="6858000"/>
                  </a:cubicBezTo>
                  <a:lnTo>
                    <a:pt x="190735" y="6858000"/>
                  </a:lnTo>
                  <a:cubicBezTo>
                    <a:pt x="198492" y="5771144"/>
                    <a:pt x="414913" y="4716957"/>
                    <a:pt x="834595" y="3724104"/>
                  </a:cubicBezTo>
                  <a:cubicBezTo>
                    <a:pt x="1041009" y="3236353"/>
                    <a:pt x="1294217" y="2769749"/>
                    <a:pt x="1590670" y="2330830"/>
                  </a:cubicBezTo>
                  <a:close/>
                  <a:moveTo>
                    <a:pt x="5138478" y="6858000"/>
                  </a:moveTo>
                  <a:lnTo>
                    <a:pt x="5329213" y="6858000"/>
                  </a:lnTo>
                  <a:cubicBezTo>
                    <a:pt x="5335393" y="6514973"/>
                    <a:pt x="5399423" y="6175480"/>
                    <a:pt x="5518613" y="5853770"/>
                  </a:cubicBezTo>
                  <a:lnTo>
                    <a:pt x="5518613" y="5388583"/>
                  </a:lnTo>
                  <a:cubicBezTo>
                    <a:pt x="5473428" y="5473625"/>
                    <a:pt x="5431892" y="5560847"/>
                    <a:pt x="5394000" y="5650255"/>
                  </a:cubicBezTo>
                  <a:cubicBezTo>
                    <a:pt x="5232135" y="6032727"/>
                    <a:pt x="5145382" y="6442770"/>
                    <a:pt x="5138478" y="6858000"/>
                  </a:cubicBezTo>
                  <a:close/>
                  <a:moveTo>
                    <a:pt x="1918417" y="2551824"/>
                  </a:moveTo>
                  <a:cubicBezTo>
                    <a:pt x="2643092" y="1478290"/>
                    <a:pt x="3623084" y="601442"/>
                    <a:pt x="4770422" y="0"/>
                  </a:cubicBezTo>
                  <a:lnTo>
                    <a:pt x="4376235" y="0"/>
                  </a:lnTo>
                  <a:cubicBezTo>
                    <a:pt x="4221103" y="90127"/>
                    <a:pt x="4069195" y="185317"/>
                    <a:pt x="3920504" y="285570"/>
                  </a:cubicBezTo>
                  <a:cubicBezTo>
                    <a:pt x="2634426" y="1153193"/>
                    <a:pt x="1627921" y="2375366"/>
                    <a:pt x="1023169" y="3803743"/>
                  </a:cubicBezTo>
                  <a:cubicBezTo>
                    <a:pt x="614105" y="4771490"/>
                    <a:pt x="403024" y="5798792"/>
                    <a:pt x="395331" y="6858000"/>
                  </a:cubicBezTo>
                  <a:lnTo>
                    <a:pt x="586067" y="6858000"/>
                  </a:lnTo>
                  <a:cubicBezTo>
                    <a:pt x="593760" y="5824406"/>
                    <a:pt x="799754" y="4822147"/>
                    <a:pt x="1198836" y="3877980"/>
                  </a:cubicBezTo>
                  <a:cubicBezTo>
                    <a:pt x="1395332" y="3413753"/>
                    <a:pt x="1636313" y="2969629"/>
                    <a:pt x="1918417" y="2551824"/>
                  </a:cubicBezTo>
                  <a:close/>
                  <a:moveTo>
                    <a:pt x="3295909" y="1820898"/>
                  </a:moveTo>
                  <a:cubicBezTo>
                    <a:pt x="2638349" y="2477855"/>
                    <a:pt x="2113960" y="3255643"/>
                    <a:pt x="1751587" y="4111495"/>
                  </a:cubicBezTo>
                  <a:cubicBezTo>
                    <a:pt x="1383722" y="4981807"/>
                    <a:pt x="1193495" y="5905571"/>
                    <a:pt x="1185739" y="6858000"/>
                  </a:cubicBezTo>
                  <a:lnTo>
                    <a:pt x="1376474" y="6858000"/>
                  </a:lnTo>
                  <a:cubicBezTo>
                    <a:pt x="1384167" y="5931185"/>
                    <a:pt x="1569308" y="5032463"/>
                    <a:pt x="1927255" y="4185732"/>
                  </a:cubicBezTo>
                  <a:cubicBezTo>
                    <a:pt x="2618518" y="2553159"/>
                    <a:pt x="3901291" y="1241972"/>
                    <a:pt x="5518613" y="514827"/>
                  </a:cubicBezTo>
                  <a:lnTo>
                    <a:pt x="5518613" y="306544"/>
                  </a:lnTo>
                  <a:cubicBezTo>
                    <a:pt x="4689289" y="667432"/>
                    <a:pt x="3935274" y="1181063"/>
                    <a:pt x="3295909" y="1820643"/>
                  </a:cubicBezTo>
                  <a:close/>
                  <a:moveTo>
                    <a:pt x="3572666" y="4881129"/>
                  </a:moveTo>
                  <a:cubicBezTo>
                    <a:pt x="3307970" y="5506962"/>
                    <a:pt x="3168460" y="6178556"/>
                    <a:pt x="3162013" y="6858000"/>
                  </a:cubicBezTo>
                  <a:lnTo>
                    <a:pt x="3352748" y="6858000"/>
                  </a:lnTo>
                  <a:cubicBezTo>
                    <a:pt x="3372565" y="5227315"/>
                    <a:pt x="4179313" y="3706695"/>
                    <a:pt x="5518613" y="2775615"/>
                  </a:cubicBezTo>
                  <a:lnTo>
                    <a:pt x="5518613" y="2545341"/>
                  </a:lnTo>
                  <a:cubicBezTo>
                    <a:pt x="4654149" y="3115286"/>
                    <a:pt x="3977337" y="3927785"/>
                    <a:pt x="3573111" y="4880875"/>
                  </a:cubicBezTo>
                  <a:close/>
                  <a:moveTo>
                    <a:pt x="5235308" y="0"/>
                  </a:moveTo>
                  <a:cubicBezTo>
                    <a:pt x="3502800" y="791829"/>
                    <a:pt x="2129930" y="2203840"/>
                    <a:pt x="1387410" y="3957619"/>
                  </a:cubicBezTo>
                  <a:cubicBezTo>
                    <a:pt x="998882" y="4876680"/>
                    <a:pt x="798292" y="5852181"/>
                    <a:pt x="790535" y="6858000"/>
                  </a:cubicBezTo>
                  <a:lnTo>
                    <a:pt x="981270" y="6858000"/>
                  </a:lnTo>
                  <a:cubicBezTo>
                    <a:pt x="989027" y="5877796"/>
                    <a:pt x="1184722" y="4927273"/>
                    <a:pt x="1563077" y="4031856"/>
                  </a:cubicBezTo>
                  <a:cubicBezTo>
                    <a:pt x="2315465" y="2254877"/>
                    <a:pt x="3730277" y="840502"/>
                    <a:pt x="5507805" y="88347"/>
                  </a:cubicBezTo>
                  <a:lnTo>
                    <a:pt x="5518295" y="83961"/>
                  </a:lnTo>
                  <a:lnTo>
                    <a:pt x="5518295" y="0"/>
                  </a:lnTo>
                  <a:close/>
                  <a:moveTo>
                    <a:pt x="2115829" y="4265371"/>
                  </a:moveTo>
                  <a:cubicBezTo>
                    <a:pt x="1768499" y="5086996"/>
                    <a:pt x="1588763" y="5958960"/>
                    <a:pt x="1581070" y="6858000"/>
                  </a:cubicBezTo>
                  <a:lnTo>
                    <a:pt x="1771805" y="6858000"/>
                  </a:lnTo>
                  <a:cubicBezTo>
                    <a:pt x="1779499" y="5984575"/>
                    <a:pt x="1954148" y="5137589"/>
                    <a:pt x="2291496" y="4339608"/>
                  </a:cubicBezTo>
                  <a:cubicBezTo>
                    <a:pt x="2920256" y="2855992"/>
                    <a:pt x="4067231" y="1651564"/>
                    <a:pt x="5518613" y="950841"/>
                  </a:cubicBezTo>
                  <a:lnTo>
                    <a:pt x="5518613" y="739889"/>
                  </a:lnTo>
                  <a:cubicBezTo>
                    <a:pt x="3987230" y="1453890"/>
                    <a:pt x="2774896" y="2709940"/>
                    <a:pt x="2115829" y="4265371"/>
                  </a:cubicBezTo>
                  <a:close/>
                  <a:moveTo>
                    <a:pt x="3208425" y="4726999"/>
                  </a:moveTo>
                  <a:cubicBezTo>
                    <a:pt x="2923104" y="5401587"/>
                    <a:pt x="2773059" y="6125618"/>
                    <a:pt x="2766809" y="6858000"/>
                  </a:cubicBezTo>
                  <a:lnTo>
                    <a:pt x="2957544" y="6858000"/>
                  </a:lnTo>
                  <a:cubicBezTo>
                    <a:pt x="2978335" y="5002228"/>
                    <a:pt x="3943723" y="3284988"/>
                    <a:pt x="5518613" y="2302356"/>
                  </a:cubicBezTo>
                  <a:lnTo>
                    <a:pt x="5518613" y="2079201"/>
                  </a:lnTo>
                  <a:cubicBezTo>
                    <a:pt x="4486524" y="2693796"/>
                    <a:pt x="3677291" y="3621298"/>
                    <a:pt x="3208425" y="4726999"/>
                  </a:cubicBezTo>
                  <a:close/>
                  <a:moveTo>
                    <a:pt x="2844247" y="4573123"/>
                  </a:moveTo>
                  <a:cubicBezTo>
                    <a:pt x="2538117" y="5297313"/>
                    <a:pt x="2379234" y="6065676"/>
                    <a:pt x="2371478" y="6858000"/>
                  </a:cubicBezTo>
                  <a:lnTo>
                    <a:pt x="2562213" y="6858000"/>
                  </a:lnTo>
                  <a:cubicBezTo>
                    <a:pt x="2569906" y="6091353"/>
                    <a:pt x="2723703" y="5347905"/>
                    <a:pt x="3019978" y="4647360"/>
                  </a:cubicBezTo>
                  <a:cubicBezTo>
                    <a:pt x="3521924" y="3463366"/>
                    <a:pt x="4400064" y="2477658"/>
                    <a:pt x="5518613" y="1842635"/>
                  </a:cubicBezTo>
                  <a:lnTo>
                    <a:pt x="5518613" y="1624564"/>
                  </a:lnTo>
                  <a:cubicBezTo>
                    <a:pt x="4319580" y="2277199"/>
                    <a:pt x="3376933" y="3316482"/>
                    <a:pt x="2844247" y="4573123"/>
                  </a:cubicBezTo>
                  <a:close/>
                  <a:moveTo>
                    <a:pt x="2480006" y="4419247"/>
                  </a:moveTo>
                  <a:cubicBezTo>
                    <a:pt x="2153276" y="5192123"/>
                    <a:pt x="1984094" y="6012350"/>
                    <a:pt x="1976274" y="6858000"/>
                  </a:cubicBezTo>
                  <a:lnTo>
                    <a:pt x="2167009" y="6858000"/>
                  </a:lnTo>
                  <a:cubicBezTo>
                    <a:pt x="2174702" y="6038091"/>
                    <a:pt x="2338989" y="5242779"/>
                    <a:pt x="2655737" y="4493611"/>
                  </a:cubicBezTo>
                  <a:cubicBezTo>
                    <a:pt x="3221262" y="3159288"/>
                    <a:pt x="4233361" y="2063108"/>
                    <a:pt x="5518613" y="1392892"/>
                  </a:cubicBezTo>
                  <a:lnTo>
                    <a:pt x="5518613" y="1178826"/>
                  </a:lnTo>
                  <a:cubicBezTo>
                    <a:pt x="4153132" y="1864200"/>
                    <a:pt x="3076061" y="3012811"/>
                    <a:pt x="2480006" y="4419247"/>
                  </a:cubicBezTo>
                  <a:close/>
                </a:path>
              </a:pathLst>
            </a:custGeom>
            <a:solidFill>
              <a:srgbClr val="004591">
                <a:alpha val="4310"/>
              </a:srgbClr>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72" name="Google Shape;172;g3c9d1bd252f_0_459"/>
            <p:cNvSpPr/>
            <p:nvPr/>
          </p:nvSpPr>
          <p:spPr>
            <a:xfrm>
              <a:off x="5005048" y="0"/>
              <a:ext cx="4138960" cy="5143642"/>
            </a:xfrm>
            <a:custGeom>
              <a:rect b="b" l="l" r="r" t="t"/>
              <a:pathLst>
                <a:path extrusionOk="0" h="6858190" w="5518613">
                  <a:moveTo>
                    <a:pt x="2240760" y="4214715"/>
                  </a:moveTo>
                  <a:cubicBezTo>
                    <a:pt x="2192225" y="4194261"/>
                    <a:pt x="2136295" y="4217016"/>
                    <a:pt x="2115841" y="4265537"/>
                  </a:cubicBezTo>
                  <a:cubicBezTo>
                    <a:pt x="2115835" y="4265543"/>
                    <a:pt x="2115835" y="4265556"/>
                    <a:pt x="2115829" y="4265562"/>
                  </a:cubicBezTo>
                  <a:cubicBezTo>
                    <a:pt x="1768499" y="5087187"/>
                    <a:pt x="1588763" y="5959151"/>
                    <a:pt x="1581070" y="6858191"/>
                  </a:cubicBezTo>
                  <a:lnTo>
                    <a:pt x="1771805" y="6858191"/>
                  </a:lnTo>
                  <a:cubicBezTo>
                    <a:pt x="1779499" y="5984765"/>
                    <a:pt x="1954148" y="5137780"/>
                    <a:pt x="2291496" y="4339799"/>
                  </a:cubicBezTo>
                  <a:cubicBezTo>
                    <a:pt x="2312070" y="4291329"/>
                    <a:pt x="2289436" y="4235359"/>
                    <a:pt x="2240951" y="4214797"/>
                  </a:cubicBezTo>
                  <a:cubicBezTo>
                    <a:pt x="2240888" y="4214766"/>
                    <a:pt x="2240824" y="4214740"/>
                    <a:pt x="2240760" y="4214715"/>
                  </a:cubicBezTo>
                  <a:close/>
                  <a:moveTo>
                    <a:pt x="2250170" y="2598095"/>
                  </a:moveTo>
                  <a:cubicBezTo>
                    <a:pt x="2206714" y="2568350"/>
                    <a:pt x="2147370" y="2579447"/>
                    <a:pt x="2117609" y="2622883"/>
                  </a:cubicBezTo>
                  <a:cubicBezTo>
                    <a:pt x="1637146" y="3322742"/>
                    <a:pt x="1278195" y="4098599"/>
                    <a:pt x="1055848" y="4917803"/>
                  </a:cubicBezTo>
                  <a:cubicBezTo>
                    <a:pt x="1040138" y="4968059"/>
                    <a:pt x="1068151" y="5021531"/>
                    <a:pt x="1118422" y="5037242"/>
                  </a:cubicBezTo>
                  <a:cubicBezTo>
                    <a:pt x="1168694" y="5052948"/>
                    <a:pt x="1222182" y="5024944"/>
                    <a:pt x="1237899" y="4974688"/>
                  </a:cubicBezTo>
                  <a:cubicBezTo>
                    <a:pt x="1238611" y="4972400"/>
                    <a:pt x="1239240" y="4970093"/>
                    <a:pt x="1239781" y="4967760"/>
                  </a:cubicBezTo>
                  <a:cubicBezTo>
                    <a:pt x="1456596" y="4169149"/>
                    <a:pt x="1806538" y="3412786"/>
                    <a:pt x="2274902" y="2730488"/>
                  </a:cubicBezTo>
                  <a:cubicBezTo>
                    <a:pt x="2304581" y="2687090"/>
                    <a:pt x="2293518" y="2627860"/>
                    <a:pt x="2250170" y="2598095"/>
                  </a:cubicBezTo>
                  <a:close/>
                  <a:moveTo>
                    <a:pt x="5289222" y="4471365"/>
                  </a:moveTo>
                  <a:cubicBezTo>
                    <a:pt x="5247089" y="4439770"/>
                    <a:pt x="5187312" y="4448313"/>
                    <a:pt x="5155707" y="4490433"/>
                  </a:cubicBezTo>
                  <a:cubicBezTo>
                    <a:pt x="4642139" y="5174034"/>
                    <a:pt x="4359361" y="6003210"/>
                    <a:pt x="4348260" y="6858064"/>
                  </a:cubicBezTo>
                  <a:lnTo>
                    <a:pt x="4538996" y="6858064"/>
                  </a:lnTo>
                  <a:cubicBezTo>
                    <a:pt x="4550065" y="6044479"/>
                    <a:pt x="4819460" y="5255459"/>
                    <a:pt x="5308296" y="4604903"/>
                  </a:cubicBezTo>
                  <a:cubicBezTo>
                    <a:pt x="5339900" y="4562782"/>
                    <a:pt x="5331375" y="4503024"/>
                    <a:pt x="5289241" y="4471429"/>
                  </a:cubicBezTo>
                  <a:cubicBezTo>
                    <a:pt x="5289216" y="4471403"/>
                    <a:pt x="5289184" y="4471384"/>
                    <a:pt x="5289158" y="4471365"/>
                  </a:cubicBezTo>
                  <a:close/>
                  <a:moveTo>
                    <a:pt x="2682504" y="5323054"/>
                  </a:moveTo>
                  <a:cubicBezTo>
                    <a:pt x="2631558" y="5309764"/>
                    <a:pt x="2579475" y="5340266"/>
                    <a:pt x="2566155" y="5391189"/>
                  </a:cubicBezTo>
                  <a:cubicBezTo>
                    <a:pt x="2441510" y="5870327"/>
                    <a:pt x="2376125" y="6362940"/>
                    <a:pt x="2371478" y="6858000"/>
                  </a:cubicBezTo>
                  <a:lnTo>
                    <a:pt x="2562213" y="6858000"/>
                  </a:lnTo>
                  <a:cubicBezTo>
                    <a:pt x="2566810" y="6379148"/>
                    <a:pt x="2630122" y="5902679"/>
                    <a:pt x="2750724" y="5439240"/>
                  </a:cubicBezTo>
                  <a:cubicBezTo>
                    <a:pt x="2764018" y="5388310"/>
                    <a:pt x="2733513" y="5336243"/>
                    <a:pt x="2682567" y="5322927"/>
                  </a:cubicBezTo>
                  <a:close/>
                  <a:moveTo>
                    <a:pt x="4160068" y="5925910"/>
                  </a:moveTo>
                  <a:cubicBezTo>
                    <a:pt x="4108531" y="5915060"/>
                    <a:pt x="4057948" y="5948028"/>
                    <a:pt x="4047095" y="5999555"/>
                  </a:cubicBezTo>
                  <a:cubicBezTo>
                    <a:pt x="4047089" y="5999562"/>
                    <a:pt x="4047089" y="5999568"/>
                    <a:pt x="4047089" y="5999574"/>
                  </a:cubicBezTo>
                  <a:cubicBezTo>
                    <a:pt x="3988006" y="6282004"/>
                    <a:pt x="3956363" y="6569507"/>
                    <a:pt x="3952611" y="6858000"/>
                  </a:cubicBezTo>
                  <a:lnTo>
                    <a:pt x="4143347" y="6858000"/>
                  </a:lnTo>
                  <a:cubicBezTo>
                    <a:pt x="4147123" y="6582600"/>
                    <a:pt x="4177425" y="6308242"/>
                    <a:pt x="4233819" y="6038663"/>
                  </a:cubicBezTo>
                  <a:cubicBezTo>
                    <a:pt x="4244634" y="5987155"/>
                    <a:pt x="4211649" y="5936626"/>
                    <a:pt x="4160132" y="5925783"/>
                  </a:cubicBezTo>
                  <a:close/>
                  <a:moveTo>
                    <a:pt x="2089189" y="6428024"/>
                  </a:moveTo>
                  <a:cubicBezTo>
                    <a:pt x="2036629" y="6424783"/>
                    <a:pt x="1991399" y="6464762"/>
                    <a:pt x="1988163" y="6517325"/>
                  </a:cubicBezTo>
                  <a:cubicBezTo>
                    <a:pt x="1981233" y="6630015"/>
                    <a:pt x="1977228" y="6744293"/>
                    <a:pt x="1976147" y="6857937"/>
                  </a:cubicBezTo>
                  <a:lnTo>
                    <a:pt x="2166882" y="6857937"/>
                  </a:lnTo>
                  <a:cubicBezTo>
                    <a:pt x="2167900" y="6748170"/>
                    <a:pt x="2171778" y="6637832"/>
                    <a:pt x="2178454" y="6529020"/>
                  </a:cubicBezTo>
                  <a:cubicBezTo>
                    <a:pt x="2181645" y="6476520"/>
                    <a:pt x="2141737" y="6431393"/>
                    <a:pt x="2089253" y="6428088"/>
                  </a:cubicBezTo>
                  <a:close/>
                  <a:moveTo>
                    <a:pt x="3184583" y="972450"/>
                  </a:moveTo>
                  <a:cubicBezTo>
                    <a:pt x="3218833" y="1012264"/>
                    <a:pt x="3278838" y="1016897"/>
                    <a:pt x="3318797" y="982811"/>
                  </a:cubicBezTo>
                  <a:cubicBezTo>
                    <a:pt x="3763936" y="601738"/>
                    <a:pt x="4250629" y="272053"/>
                    <a:pt x="4769659" y="0"/>
                  </a:cubicBezTo>
                  <a:lnTo>
                    <a:pt x="4375472" y="0"/>
                  </a:lnTo>
                  <a:cubicBezTo>
                    <a:pt x="3957475" y="243105"/>
                    <a:pt x="3562373" y="523572"/>
                    <a:pt x="3195010" y="837960"/>
                  </a:cubicBezTo>
                  <a:cubicBezTo>
                    <a:pt x="3154981" y="872186"/>
                    <a:pt x="3150289" y="932364"/>
                    <a:pt x="3184526" y="972381"/>
                  </a:cubicBezTo>
                  <a:cubicBezTo>
                    <a:pt x="3184545" y="972406"/>
                    <a:pt x="3184564" y="972425"/>
                    <a:pt x="3184583" y="972450"/>
                  </a:cubicBezTo>
                  <a:close/>
                  <a:moveTo>
                    <a:pt x="3860550" y="1312617"/>
                  </a:moveTo>
                  <a:cubicBezTo>
                    <a:pt x="2823496" y="2150361"/>
                    <a:pt x="2039217" y="3259260"/>
                    <a:pt x="1594930" y="4515984"/>
                  </a:cubicBezTo>
                  <a:cubicBezTo>
                    <a:pt x="1577376" y="4565636"/>
                    <a:pt x="1603405" y="4620118"/>
                    <a:pt x="1653073" y="4637667"/>
                  </a:cubicBezTo>
                  <a:cubicBezTo>
                    <a:pt x="1702740" y="4655216"/>
                    <a:pt x="1757240" y="4629195"/>
                    <a:pt x="1774794" y="4579543"/>
                  </a:cubicBezTo>
                  <a:cubicBezTo>
                    <a:pt x="2207331" y="3355996"/>
                    <a:pt x="2970909" y="2276380"/>
                    <a:pt x="3980586" y="1460773"/>
                  </a:cubicBezTo>
                  <a:cubicBezTo>
                    <a:pt x="4021531" y="1427634"/>
                    <a:pt x="4027850" y="1367596"/>
                    <a:pt x="3994700" y="1326664"/>
                  </a:cubicBezTo>
                  <a:cubicBezTo>
                    <a:pt x="3961551" y="1285732"/>
                    <a:pt x="3901494" y="1279414"/>
                    <a:pt x="3860550" y="1312554"/>
                  </a:cubicBezTo>
                  <a:close/>
                  <a:moveTo>
                    <a:pt x="1208945" y="3617516"/>
                  </a:moveTo>
                  <a:cubicBezTo>
                    <a:pt x="1160835" y="3596077"/>
                    <a:pt x="1104454" y="3617687"/>
                    <a:pt x="1083015" y="3665782"/>
                  </a:cubicBezTo>
                  <a:cubicBezTo>
                    <a:pt x="1083009" y="3665795"/>
                    <a:pt x="1083002" y="3665808"/>
                    <a:pt x="1082996" y="3665820"/>
                  </a:cubicBezTo>
                  <a:cubicBezTo>
                    <a:pt x="859435" y="4168317"/>
                    <a:pt x="688555" y="4692614"/>
                    <a:pt x="573097" y="5230321"/>
                  </a:cubicBezTo>
                  <a:cubicBezTo>
                    <a:pt x="458636" y="5765430"/>
                    <a:pt x="398987" y="6310803"/>
                    <a:pt x="395077" y="6858000"/>
                  </a:cubicBezTo>
                  <a:lnTo>
                    <a:pt x="585812" y="6858000"/>
                  </a:lnTo>
                  <a:cubicBezTo>
                    <a:pt x="589655" y="6324252"/>
                    <a:pt x="647789" y="5792284"/>
                    <a:pt x="759318" y="5270300"/>
                  </a:cubicBezTo>
                  <a:cubicBezTo>
                    <a:pt x="872119" y="4745584"/>
                    <a:pt x="1038993" y="4233954"/>
                    <a:pt x="1257265" y="3743616"/>
                  </a:cubicBezTo>
                  <a:cubicBezTo>
                    <a:pt x="1278792" y="3695566"/>
                    <a:pt x="1257284" y="3639157"/>
                    <a:pt x="1209212" y="3617637"/>
                  </a:cubicBezTo>
                  <a:cubicBezTo>
                    <a:pt x="1209123" y="3617598"/>
                    <a:pt x="1209034" y="3617554"/>
                    <a:pt x="1208945" y="3617516"/>
                  </a:cubicBezTo>
                  <a:close/>
                  <a:moveTo>
                    <a:pt x="943632" y="5974532"/>
                  </a:moveTo>
                  <a:cubicBezTo>
                    <a:pt x="891294" y="5968659"/>
                    <a:pt x="844106" y="6006305"/>
                    <a:pt x="838219" y="6058620"/>
                  </a:cubicBezTo>
                  <a:cubicBezTo>
                    <a:pt x="808496" y="6324074"/>
                    <a:pt x="792557" y="6590926"/>
                    <a:pt x="790471" y="6858000"/>
                  </a:cubicBezTo>
                  <a:lnTo>
                    <a:pt x="981207" y="6858000"/>
                  </a:lnTo>
                  <a:cubicBezTo>
                    <a:pt x="983267" y="6597917"/>
                    <a:pt x="998799" y="6338127"/>
                    <a:pt x="1027746" y="6079658"/>
                  </a:cubicBezTo>
                  <a:cubicBezTo>
                    <a:pt x="1033475" y="6027432"/>
                    <a:pt x="995855" y="5980418"/>
                    <a:pt x="943632" y="5974532"/>
                  </a:cubicBezTo>
                  <a:close/>
                  <a:moveTo>
                    <a:pt x="2331805" y="1389587"/>
                  </a:moveTo>
                  <a:cubicBezTo>
                    <a:pt x="2707325" y="978292"/>
                    <a:pt x="3123535" y="606057"/>
                    <a:pt x="3574065" y="278578"/>
                  </a:cubicBezTo>
                  <a:cubicBezTo>
                    <a:pt x="3707535" y="181588"/>
                    <a:pt x="3843911" y="88728"/>
                    <a:pt x="3983193" y="0"/>
                  </a:cubicBezTo>
                  <a:lnTo>
                    <a:pt x="3637771" y="0"/>
                  </a:lnTo>
                  <a:cubicBezTo>
                    <a:pt x="3578433" y="40678"/>
                    <a:pt x="3519814" y="82118"/>
                    <a:pt x="3461913" y="124321"/>
                  </a:cubicBezTo>
                  <a:cubicBezTo>
                    <a:pt x="3000969" y="459401"/>
                    <a:pt x="2575133" y="840261"/>
                    <a:pt x="2190915" y="1261071"/>
                  </a:cubicBezTo>
                  <a:cubicBezTo>
                    <a:pt x="2155794" y="1300312"/>
                    <a:pt x="2159145" y="1360585"/>
                    <a:pt x="2198398" y="1395695"/>
                  </a:cubicBezTo>
                  <a:cubicBezTo>
                    <a:pt x="2237111" y="1430316"/>
                    <a:pt x="2296417" y="1427602"/>
                    <a:pt x="2331805" y="1389587"/>
                  </a:cubicBezTo>
                  <a:close/>
                  <a:moveTo>
                    <a:pt x="558283" y="4174100"/>
                  </a:moveTo>
                  <a:cubicBezTo>
                    <a:pt x="508369" y="4157308"/>
                    <a:pt x="454289" y="4184143"/>
                    <a:pt x="437484" y="4234036"/>
                  </a:cubicBezTo>
                  <a:cubicBezTo>
                    <a:pt x="152999" y="5079865"/>
                    <a:pt x="5315" y="5965653"/>
                    <a:pt x="0" y="6858000"/>
                  </a:cubicBezTo>
                  <a:lnTo>
                    <a:pt x="190735" y="6858000"/>
                  </a:lnTo>
                  <a:cubicBezTo>
                    <a:pt x="196021" y="5986354"/>
                    <a:pt x="340335" y="5121127"/>
                    <a:pt x="618237" y="4294926"/>
                  </a:cubicBezTo>
                  <a:cubicBezTo>
                    <a:pt x="635068" y="4245032"/>
                    <a:pt x="608253" y="4190944"/>
                    <a:pt x="558344" y="4174119"/>
                  </a:cubicBezTo>
                  <a:cubicBezTo>
                    <a:pt x="558323" y="4174113"/>
                    <a:pt x="558303" y="4174107"/>
                    <a:pt x="558283" y="4174100"/>
                  </a:cubicBezTo>
                  <a:close/>
                  <a:moveTo>
                    <a:pt x="3037844" y="3379615"/>
                  </a:moveTo>
                  <a:cubicBezTo>
                    <a:pt x="3010054" y="3424341"/>
                    <a:pt x="3023793" y="3483121"/>
                    <a:pt x="3068533" y="3510909"/>
                  </a:cubicBezTo>
                  <a:cubicBezTo>
                    <a:pt x="3111436" y="3537552"/>
                    <a:pt x="3167678" y="3526131"/>
                    <a:pt x="3196790" y="3484868"/>
                  </a:cubicBezTo>
                  <a:cubicBezTo>
                    <a:pt x="3756262" y="2640934"/>
                    <a:pt x="4511937" y="1945073"/>
                    <a:pt x="5399149" y="1456833"/>
                  </a:cubicBezTo>
                  <a:cubicBezTo>
                    <a:pt x="5438612" y="1435178"/>
                    <a:pt x="5478324" y="1413994"/>
                    <a:pt x="5518295" y="1393274"/>
                  </a:cubicBezTo>
                  <a:lnTo>
                    <a:pt x="5518295" y="1179080"/>
                  </a:lnTo>
                  <a:cubicBezTo>
                    <a:pt x="5447342" y="1214673"/>
                    <a:pt x="5377024" y="1251582"/>
                    <a:pt x="5307342" y="1289800"/>
                  </a:cubicBezTo>
                  <a:cubicBezTo>
                    <a:pt x="4393090" y="1792906"/>
                    <a:pt x="3614361" y="2509939"/>
                    <a:pt x="3037780" y="3379551"/>
                  </a:cubicBezTo>
                  <a:close/>
                  <a:moveTo>
                    <a:pt x="4015808" y="3381140"/>
                  </a:moveTo>
                  <a:cubicBezTo>
                    <a:pt x="3403115" y="4138641"/>
                    <a:pt x="2998006" y="5042404"/>
                    <a:pt x="2840242" y="6003706"/>
                  </a:cubicBezTo>
                  <a:cubicBezTo>
                    <a:pt x="2831761" y="6055671"/>
                    <a:pt x="2867028" y="6104675"/>
                    <a:pt x="2919009" y="6113154"/>
                  </a:cubicBezTo>
                  <a:cubicBezTo>
                    <a:pt x="2919009" y="6113154"/>
                    <a:pt x="2919016" y="6113154"/>
                    <a:pt x="2919016" y="6113154"/>
                  </a:cubicBezTo>
                  <a:cubicBezTo>
                    <a:pt x="2924121" y="6114012"/>
                    <a:pt x="2929290" y="6114438"/>
                    <a:pt x="2934465" y="6114425"/>
                  </a:cubicBezTo>
                  <a:cubicBezTo>
                    <a:pt x="2981183" y="6114381"/>
                    <a:pt x="3020989" y="6080504"/>
                    <a:pt x="3028498" y="6034405"/>
                  </a:cubicBezTo>
                  <a:cubicBezTo>
                    <a:pt x="3282755" y="4490388"/>
                    <a:pt x="4190147" y="3130744"/>
                    <a:pt x="5518613" y="2303182"/>
                  </a:cubicBezTo>
                  <a:lnTo>
                    <a:pt x="5518613" y="2080027"/>
                  </a:lnTo>
                  <a:cubicBezTo>
                    <a:pt x="4944729" y="2421681"/>
                    <a:pt x="4435910" y="2862252"/>
                    <a:pt x="4015745" y="3381331"/>
                  </a:cubicBezTo>
                  <a:close/>
                  <a:moveTo>
                    <a:pt x="3489188" y="3682663"/>
                  </a:moveTo>
                  <a:cubicBezTo>
                    <a:pt x="3520805" y="3682689"/>
                    <a:pt x="3550382" y="3667047"/>
                    <a:pt x="3568152" y="3640906"/>
                  </a:cubicBezTo>
                  <a:cubicBezTo>
                    <a:pt x="3901106" y="3151394"/>
                    <a:pt x="4306483" y="2715260"/>
                    <a:pt x="4770422" y="2347419"/>
                  </a:cubicBezTo>
                  <a:cubicBezTo>
                    <a:pt x="4811678" y="2314686"/>
                    <a:pt x="4818582" y="2254712"/>
                    <a:pt x="4785839" y="2213469"/>
                  </a:cubicBezTo>
                  <a:cubicBezTo>
                    <a:pt x="4753096" y="2172225"/>
                    <a:pt x="4693104" y="2165323"/>
                    <a:pt x="4651848" y="2198056"/>
                  </a:cubicBezTo>
                  <a:cubicBezTo>
                    <a:pt x="4172796" y="2577934"/>
                    <a:pt x="3754234" y="3028338"/>
                    <a:pt x="3410477" y="3533872"/>
                  </a:cubicBezTo>
                  <a:cubicBezTo>
                    <a:pt x="3380843" y="3577397"/>
                    <a:pt x="3392116" y="3636704"/>
                    <a:pt x="3435655" y="3666329"/>
                  </a:cubicBezTo>
                  <a:cubicBezTo>
                    <a:pt x="3451441" y="3677071"/>
                    <a:pt x="3470089" y="3682829"/>
                    <a:pt x="3489188" y="3682854"/>
                  </a:cubicBezTo>
                  <a:close/>
                  <a:moveTo>
                    <a:pt x="5235117" y="0"/>
                  </a:moveTo>
                  <a:cubicBezTo>
                    <a:pt x="5039295" y="89448"/>
                    <a:pt x="4847415" y="187160"/>
                    <a:pt x="4659477" y="293133"/>
                  </a:cubicBezTo>
                  <a:cubicBezTo>
                    <a:pt x="4613020" y="317947"/>
                    <a:pt x="4595485" y="375710"/>
                    <a:pt x="4620306" y="422150"/>
                  </a:cubicBezTo>
                  <a:cubicBezTo>
                    <a:pt x="4645127" y="468591"/>
                    <a:pt x="4702908" y="486122"/>
                    <a:pt x="4749364" y="461309"/>
                  </a:cubicBezTo>
                  <a:cubicBezTo>
                    <a:pt x="4750655" y="460619"/>
                    <a:pt x="4751933" y="459899"/>
                    <a:pt x="4753192" y="459149"/>
                  </a:cubicBezTo>
                  <a:cubicBezTo>
                    <a:pt x="5000906" y="319499"/>
                    <a:pt x="5256473" y="194249"/>
                    <a:pt x="5518613" y="84025"/>
                  </a:cubicBezTo>
                  <a:lnTo>
                    <a:pt x="5518613" y="0"/>
                  </a:lnTo>
                  <a:close/>
                  <a:moveTo>
                    <a:pt x="4506698" y="959040"/>
                  </a:moveTo>
                  <a:cubicBezTo>
                    <a:pt x="4534914" y="1003493"/>
                    <a:pt x="4593832" y="1016668"/>
                    <a:pt x="4638305" y="988467"/>
                  </a:cubicBezTo>
                  <a:cubicBezTo>
                    <a:pt x="4920053" y="809892"/>
                    <a:pt x="5214244" y="651732"/>
                    <a:pt x="5518613" y="515208"/>
                  </a:cubicBezTo>
                  <a:lnTo>
                    <a:pt x="5518613" y="306799"/>
                  </a:lnTo>
                  <a:cubicBezTo>
                    <a:pt x="5178233" y="454670"/>
                    <a:pt x="4849857" y="628751"/>
                    <a:pt x="4536453" y="827473"/>
                  </a:cubicBezTo>
                  <a:cubicBezTo>
                    <a:pt x="4491903" y="855559"/>
                    <a:pt x="4478558" y="914434"/>
                    <a:pt x="4506654" y="958970"/>
                  </a:cubicBezTo>
                  <a:cubicBezTo>
                    <a:pt x="4506666" y="958995"/>
                    <a:pt x="4506685" y="959014"/>
                    <a:pt x="4506698" y="959040"/>
                  </a:cubicBezTo>
                  <a:close/>
                  <a:moveTo>
                    <a:pt x="4505109" y="4769266"/>
                  </a:moveTo>
                  <a:cubicBezTo>
                    <a:pt x="4479111" y="4815060"/>
                    <a:pt x="4495178" y="4873248"/>
                    <a:pt x="4540986" y="4899237"/>
                  </a:cubicBezTo>
                  <a:cubicBezTo>
                    <a:pt x="4586794" y="4925227"/>
                    <a:pt x="4645000" y="4909165"/>
                    <a:pt x="4670998" y="4863371"/>
                  </a:cubicBezTo>
                  <a:cubicBezTo>
                    <a:pt x="4671334" y="4862767"/>
                    <a:pt x="4671672" y="4862163"/>
                    <a:pt x="4672002" y="4861553"/>
                  </a:cubicBezTo>
                  <a:cubicBezTo>
                    <a:pt x="4894546" y="4460236"/>
                    <a:pt x="5180426" y="4097461"/>
                    <a:pt x="5518613" y="3787218"/>
                  </a:cubicBezTo>
                  <a:lnTo>
                    <a:pt x="5518613" y="3532982"/>
                  </a:lnTo>
                  <a:cubicBezTo>
                    <a:pt x="5109015" y="3880656"/>
                    <a:pt x="4765659" y="4299483"/>
                    <a:pt x="4505109" y="4769266"/>
                  </a:cubicBezTo>
                  <a:close/>
                  <a:moveTo>
                    <a:pt x="5138541" y="6858000"/>
                  </a:moveTo>
                  <a:lnTo>
                    <a:pt x="5329276" y="6858000"/>
                  </a:lnTo>
                  <a:cubicBezTo>
                    <a:pt x="5336270" y="6515418"/>
                    <a:pt x="5400255" y="6176332"/>
                    <a:pt x="5518613" y="5854724"/>
                  </a:cubicBezTo>
                  <a:lnTo>
                    <a:pt x="5518613" y="5389791"/>
                  </a:lnTo>
                  <a:cubicBezTo>
                    <a:pt x="5516706" y="5392651"/>
                    <a:pt x="5514862" y="5395638"/>
                    <a:pt x="5513146" y="5398816"/>
                  </a:cubicBezTo>
                  <a:cubicBezTo>
                    <a:pt x="5276239" y="5849385"/>
                    <a:pt x="5147964" y="6349072"/>
                    <a:pt x="5138541" y="6858000"/>
                  </a:cubicBezTo>
                  <a:close/>
                  <a:moveTo>
                    <a:pt x="4985952" y="5893686"/>
                  </a:moveTo>
                  <a:cubicBezTo>
                    <a:pt x="5035970" y="5910160"/>
                    <a:pt x="5089878" y="5882988"/>
                    <a:pt x="5106370" y="5832987"/>
                  </a:cubicBezTo>
                  <a:cubicBezTo>
                    <a:pt x="5204847" y="5534978"/>
                    <a:pt x="5343543" y="5251798"/>
                    <a:pt x="5518613" y="4991277"/>
                  </a:cubicBezTo>
                  <a:lnTo>
                    <a:pt x="5518613" y="4667127"/>
                  </a:lnTo>
                  <a:cubicBezTo>
                    <a:pt x="5258469" y="4998866"/>
                    <a:pt x="5057911" y="5373234"/>
                    <a:pt x="4925871" y="5773559"/>
                  </a:cubicBezTo>
                  <a:cubicBezTo>
                    <a:pt x="4909525" y="5823396"/>
                    <a:pt x="4936514" y="5877065"/>
                    <a:pt x="4986271" y="5893686"/>
                  </a:cubicBezTo>
                  <a:close/>
                  <a:moveTo>
                    <a:pt x="4231022" y="3746922"/>
                  </a:moveTo>
                  <a:cubicBezTo>
                    <a:pt x="3547960" y="4641328"/>
                    <a:pt x="3172923" y="5732780"/>
                    <a:pt x="3162013" y="6858000"/>
                  </a:cubicBezTo>
                  <a:lnTo>
                    <a:pt x="3352748" y="6858000"/>
                  </a:lnTo>
                  <a:cubicBezTo>
                    <a:pt x="3371256" y="5227137"/>
                    <a:pt x="4178328" y="3706129"/>
                    <a:pt x="5518613" y="2776187"/>
                  </a:cubicBezTo>
                  <a:lnTo>
                    <a:pt x="5518613" y="2545913"/>
                  </a:lnTo>
                  <a:cubicBezTo>
                    <a:pt x="5487758" y="2566252"/>
                    <a:pt x="5457088" y="2586909"/>
                    <a:pt x="5426615" y="2607883"/>
                  </a:cubicBezTo>
                  <a:cubicBezTo>
                    <a:pt x="4970414" y="2922055"/>
                    <a:pt x="4566875" y="3306503"/>
                    <a:pt x="4231022" y="3746922"/>
                  </a:cubicBezTo>
                  <a:close/>
                  <a:moveTo>
                    <a:pt x="4908260" y="6204806"/>
                  </a:moveTo>
                  <a:cubicBezTo>
                    <a:pt x="4856386" y="6195698"/>
                    <a:pt x="4806947" y="6230357"/>
                    <a:pt x="4797837" y="6282220"/>
                  </a:cubicBezTo>
                  <a:cubicBezTo>
                    <a:pt x="4797830" y="6282240"/>
                    <a:pt x="4797830" y="6282265"/>
                    <a:pt x="4797824" y="6282284"/>
                  </a:cubicBezTo>
                  <a:cubicBezTo>
                    <a:pt x="4764509" y="6472452"/>
                    <a:pt x="4746160" y="6664972"/>
                    <a:pt x="4742956" y="6858000"/>
                  </a:cubicBezTo>
                  <a:lnTo>
                    <a:pt x="4933691" y="6858000"/>
                  </a:lnTo>
                  <a:cubicBezTo>
                    <a:pt x="4936800" y="6676031"/>
                    <a:pt x="4954081" y="6494507"/>
                    <a:pt x="4985380" y="6315208"/>
                  </a:cubicBezTo>
                  <a:cubicBezTo>
                    <a:pt x="4994510" y="6263445"/>
                    <a:pt x="4960013" y="6214067"/>
                    <a:pt x="4908260" y="6204806"/>
                  </a:cubicBezTo>
                  <a:close/>
                  <a:moveTo>
                    <a:pt x="4560803" y="3966517"/>
                  </a:moveTo>
                  <a:cubicBezTo>
                    <a:pt x="4263180" y="4352091"/>
                    <a:pt x="4025727" y="4780535"/>
                    <a:pt x="3856544" y="5237250"/>
                  </a:cubicBezTo>
                  <a:cubicBezTo>
                    <a:pt x="3838253" y="5286641"/>
                    <a:pt x="3863468" y="5341505"/>
                    <a:pt x="3912875" y="5359791"/>
                  </a:cubicBezTo>
                  <a:cubicBezTo>
                    <a:pt x="3962282" y="5378077"/>
                    <a:pt x="4017163" y="5352869"/>
                    <a:pt x="4035454" y="5303478"/>
                  </a:cubicBezTo>
                  <a:cubicBezTo>
                    <a:pt x="4333199" y="4501537"/>
                    <a:pt x="4846398" y="3797203"/>
                    <a:pt x="5518613" y="3267942"/>
                  </a:cubicBezTo>
                  <a:lnTo>
                    <a:pt x="5518613" y="3027944"/>
                  </a:lnTo>
                  <a:cubicBezTo>
                    <a:pt x="5157405" y="3294948"/>
                    <a:pt x="4835056" y="3610823"/>
                    <a:pt x="4560803" y="3966517"/>
                  </a:cubicBezTo>
                  <a:close/>
                </a:path>
              </a:pathLst>
            </a:custGeom>
            <a:solidFill>
              <a:srgbClr val="004591">
                <a:alpha val="4310"/>
              </a:srgbClr>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73" name="Google Shape;173;g3c9d1bd252f_0_459"/>
            <p:cNvSpPr/>
            <p:nvPr/>
          </p:nvSpPr>
          <p:spPr>
            <a:xfrm>
              <a:off x="5330737" y="210583"/>
              <a:ext cx="3668526" cy="4753341"/>
            </a:xfrm>
            <a:custGeom>
              <a:rect b="b" l="l" r="r" t="t"/>
              <a:pathLst>
                <a:path extrusionOk="0" h="6337788" w="4891368">
                  <a:moveTo>
                    <a:pt x="745243" y="3328976"/>
                  </a:moveTo>
                  <a:cubicBezTo>
                    <a:pt x="615034" y="3317536"/>
                    <a:pt x="605370" y="3517682"/>
                    <a:pt x="735833" y="3519144"/>
                  </a:cubicBezTo>
                  <a:cubicBezTo>
                    <a:pt x="854598" y="3519335"/>
                    <a:pt x="863499" y="3340544"/>
                    <a:pt x="745243" y="3328976"/>
                  </a:cubicBezTo>
                  <a:close/>
                  <a:moveTo>
                    <a:pt x="1658484" y="6147620"/>
                  </a:moveTo>
                  <a:cubicBezTo>
                    <a:pt x="1528275" y="6136180"/>
                    <a:pt x="1518611" y="6336390"/>
                    <a:pt x="1649138" y="6337788"/>
                  </a:cubicBezTo>
                  <a:cubicBezTo>
                    <a:pt x="1767903" y="6337916"/>
                    <a:pt x="1776676" y="6159125"/>
                    <a:pt x="1658484" y="6147620"/>
                  </a:cubicBezTo>
                  <a:close/>
                  <a:moveTo>
                    <a:pt x="1259974" y="4171957"/>
                  </a:moveTo>
                  <a:cubicBezTo>
                    <a:pt x="1129765" y="4160580"/>
                    <a:pt x="1119783" y="4360664"/>
                    <a:pt x="1250564" y="4362189"/>
                  </a:cubicBezTo>
                  <a:cubicBezTo>
                    <a:pt x="1369329" y="4362253"/>
                    <a:pt x="1378166" y="4183652"/>
                    <a:pt x="1259974" y="4171957"/>
                  </a:cubicBezTo>
                  <a:close/>
                  <a:moveTo>
                    <a:pt x="1778774" y="3926811"/>
                  </a:moveTo>
                  <a:cubicBezTo>
                    <a:pt x="1648566" y="3915307"/>
                    <a:pt x="1638902" y="4115517"/>
                    <a:pt x="1769365" y="4116979"/>
                  </a:cubicBezTo>
                  <a:cubicBezTo>
                    <a:pt x="1888066" y="4117487"/>
                    <a:pt x="1896967" y="3938442"/>
                    <a:pt x="1778774" y="3926811"/>
                  </a:cubicBezTo>
                  <a:close/>
                  <a:moveTo>
                    <a:pt x="2490854" y="5643345"/>
                  </a:moveTo>
                  <a:cubicBezTo>
                    <a:pt x="2372661" y="5654976"/>
                    <a:pt x="2381499" y="5833513"/>
                    <a:pt x="2500200" y="5833576"/>
                  </a:cubicBezTo>
                  <a:cubicBezTo>
                    <a:pt x="2630790" y="5832115"/>
                    <a:pt x="2621062" y="5632095"/>
                    <a:pt x="2490727" y="5643408"/>
                  </a:cubicBezTo>
                  <a:close/>
                  <a:moveTo>
                    <a:pt x="1817685" y="949650"/>
                  </a:moveTo>
                  <a:cubicBezTo>
                    <a:pt x="1699556" y="961282"/>
                    <a:pt x="1708330" y="1139882"/>
                    <a:pt x="1827031" y="1139882"/>
                  </a:cubicBezTo>
                  <a:cubicBezTo>
                    <a:pt x="1957811" y="1138420"/>
                    <a:pt x="1947957" y="938337"/>
                    <a:pt x="1817685" y="949650"/>
                  </a:cubicBezTo>
                  <a:close/>
                  <a:moveTo>
                    <a:pt x="1761990" y="2491334"/>
                  </a:moveTo>
                  <a:cubicBezTo>
                    <a:pt x="1892707" y="2489745"/>
                    <a:pt x="1882789" y="2289725"/>
                    <a:pt x="1752580" y="2301102"/>
                  </a:cubicBezTo>
                  <a:cubicBezTo>
                    <a:pt x="1634388" y="2312734"/>
                    <a:pt x="1643289" y="2491334"/>
                    <a:pt x="1761990" y="2491334"/>
                  </a:cubicBezTo>
                  <a:close/>
                  <a:moveTo>
                    <a:pt x="722863" y="4567103"/>
                  </a:moveTo>
                  <a:cubicBezTo>
                    <a:pt x="592591" y="4555789"/>
                    <a:pt x="582990" y="4755682"/>
                    <a:pt x="713453" y="4757334"/>
                  </a:cubicBezTo>
                  <a:cubicBezTo>
                    <a:pt x="832154" y="4757334"/>
                    <a:pt x="841119" y="4578734"/>
                    <a:pt x="722863" y="4567103"/>
                  </a:cubicBezTo>
                  <a:close/>
                  <a:moveTo>
                    <a:pt x="4272069" y="190694"/>
                  </a:moveTo>
                  <a:cubicBezTo>
                    <a:pt x="4402786" y="189105"/>
                    <a:pt x="4392868" y="-10851"/>
                    <a:pt x="4262659" y="463"/>
                  </a:cubicBezTo>
                  <a:cubicBezTo>
                    <a:pt x="4144467" y="12157"/>
                    <a:pt x="4153304" y="190758"/>
                    <a:pt x="4272069" y="190694"/>
                  </a:cubicBezTo>
                  <a:close/>
                  <a:moveTo>
                    <a:pt x="84153" y="3888675"/>
                  </a:moveTo>
                  <a:cubicBezTo>
                    <a:pt x="-33721" y="3900434"/>
                    <a:pt x="-25138" y="4079352"/>
                    <a:pt x="93436" y="4079352"/>
                  </a:cubicBezTo>
                  <a:cubicBezTo>
                    <a:pt x="224280" y="4077445"/>
                    <a:pt x="214235" y="3877425"/>
                    <a:pt x="84153" y="3888675"/>
                  </a:cubicBezTo>
                  <a:close/>
                  <a:moveTo>
                    <a:pt x="489339" y="5693238"/>
                  </a:moveTo>
                  <a:cubicBezTo>
                    <a:pt x="371210" y="5704679"/>
                    <a:pt x="379984" y="5883470"/>
                    <a:pt x="498685" y="5883407"/>
                  </a:cubicBezTo>
                  <a:cubicBezTo>
                    <a:pt x="629403" y="5882135"/>
                    <a:pt x="619611" y="5681925"/>
                    <a:pt x="489339" y="5693366"/>
                  </a:cubicBezTo>
                  <a:close/>
                  <a:moveTo>
                    <a:pt x="2214860" y="5039345"/>
                  </a:moveTo>
                  <a:cubicBezTo>
                    <a:pt x="2096731" y="5050976"/>
                    <a:pt x="2105504" y="5229576"/>
                    <a:pt x="2224206" y="5229576"/>
                  </a:cubicBezTo>
                  <a:cubicBezTo>
                    <a:pt x="2354923" y="5228178"/>
                    <a:pt x="2345132" y="5028222"/>
                    <a:pt x="2214860" y="5039472"/>
                  </a:cubicBezTo>
                  <a:close/>
                  <a:moveTo>
                    <a:pt x="4448054" y="5922813"/>
                  </a:moveTo>
                  <a:cubicBezTo>
                    <a:pt x="4329862" y="5934444"/>
                    <a:pt x="4338763" y="6113108"/>
                    <a:pt x="4457464" y="6113044"/>
                  </a:cubicBezTo>
                  <a:cubicBezTo>
                    <a:pt x="4588435" y="6111774"/>
                    <a:pt x="4578326" y="5911754"/>
                    <a:pt x="4448054" y="5923067"/>
                  </a:cubicBezTo>
                  <a:close/>
                  <a:moveTo>
                    <a:pt x="4267491" y="1896804"/>
                  </a:moveTo>
                  <a:cubicBezTo>
                    <a:pt x="4149299" y="1908372"/>
                    <a:pt x="4158136" y="2086973"/>
                    <a:pt x="4276837" y="2087036"/>
                  </a:cubicBezTo>
                  <a:cubicBezTo>
                    <a:pt x="4407554" y="2085765"/>
                    <a:pt x="4397700" y="1885682"/>
                    <a:pt x="4267491" y="1897059"/>
                  </a:cubicBezTo>
                  <a:close/>
                  <a:moveTo>
                    <a:pt x="4153050" y="722301"/>
                  </a:moveTo>
                  <a:cubicBezTo>
                    <a:pt x="4283831" y="720775"/>
                    <a:pt x="4273849" y="520755"/>
                    <a:pt x="4143704" y="532069"/>
                  </a:cubicBezTo>
                  <a:cubicBezTo>
                    <a:pt x="4025384" y="543954"/>
                    <a:pt x="4034222" y="722491"/>
                    <a:pt x="4152923" y="722555"/>
                  </a:cubicBezTo>
                  <a:close/>
                  <a:moveTo>
                    <a:pt x="4144848" y="4439731"/>
                  </a:moveTo>
                  <a:cubicBezTo>
                    <a:pt x="4026719" y="4451362"/>
                    <a:pt x="4035557" y="4629962"/>
                    <a:pt x="4154258" y="4629962"/>
                  </a:cubicBezTo>
                  <a:cubicBezTo>
                    <a:pt x="4284975" y="4628373"/>
                    <a:pt x="4275184" y="4428417"/>
                    <a:pt x="4144848" y="4439731"/>
                  </a:cubicBezTo>
                  <a:close/>
                  <a:moveTo>
                    <a:pt x="4591233" y="5427499"/>
                  </a:moveTo>
                  <a:cubicBezTo>
                    <a:pt x="4461278" y="5416058"/>
                    <a:pt x="4451042" y="5616269"/>
                    <a:pt x="4582078" y="5617476"/>
                  </a:cubicBezTo>
                  <a:cubicBezTo>
                    <a:pt x="4700524" y="5617858"/>
                    <a:pt x="4709235" y="5439067"/>
                    <a:pt x="4591233" y="5427499"/>
                  </a:cubicBezTo>
                  <a:close/>
                  <a:moveTo>
                    <a:pt x="4806955" y="4171957"/>
                  </a:moveTo>
                  <a:cubicBezTo>
                    <a:pt x="4676746" y="4160580"/>
                    <a:pt x="4667082" y="4360600"/>
                    <a:pt x="4797609" y="4362189"/>
                  </a:cubicBezTo>
                  <a:cubicBezTo>
                    <a:pt x="4916373" y="4362189"/>
                    <a:pt x="4925401" y="4183589"/>
                    <a:pt x="4806955" y="4171957"/>
                  </a:cubicBezTo>
                  <a:close/>
                  <a:moveTo>
                    <a:pt x="3486302" y="1201216"/>
                  </a:moveTo>
                  <a:cubicBezTo>
                    <a:pt x="3605003" y="1201216"/>
                    <a:pt x="3613841" y="1022616"/>
                    <a:pt x="3495648" y="1010985"/>
                  </a:cubicBezTo>
                  <a:cubicBezTo>
                    <a:pt x="3365439" y="999608"/>
                    <a:pt x="3355585" y="1199627"/>
                    <a:pt x="3486302" y="1201216"/>
                  </a:cubicBezTo>
                  <a:close/>
                  <a:moveTo>
                    <a:pt x="2813387" y="534738"/>
                  </a:moveTo>
                  <a:cubicBezTo>
                    <a:pt x="2695259" y="546370"/>
                    <a:pt x="2704032" y="724906"/>
                    <a:pt x="2822734" y="724970"/>
                  </a:cubicBezTo>
                  <a:cubicBezTo>
                    <a:pt x="2953451" y="723445"/>
                    <a:pt x="2943660" y="523425"/>
                    <a:pt x="2813387" y="534738"/>
                  </a:cubicBezTo>
                  <a:close/>
                  <a:moveTo>
                    <a:pt x="3045640" y="3211646"/>
                  </a:moveTo>
                  <a:cubicBezTo>
                    <a:pt x="2927447" y="3223278"/>
                    <a:pt x="2936285" y="3401878"/>
                    <a:pt x="3055049" y="3401878"/>
                  </a:cubicBezTo>
                  <a:cubicBezTo>
                    <a:pt x="3185767" y="3400289"/>
                    <a:pt x="3175848" y="3200333"/>
                    <a:pt x="3045640" y="3211646"/>
                  </a:cubicBezTo>
                  <a:close/>
                  <a:moveTo>
                    <a:pt x="3521080" y="4894812"/>
                  </a:moveTo>
                  <a:cubicBezTo>
                    <a:pt x="3390871" y="4883499"/>
                    <a:pt x="3381207" y="5083518"/>
                    <a:pt x="3511734" y="5085044"/>
                  </a:cubicBezTo>
                  <a:cubicBezTo>
                    <a:pt x="3630498" y="5085044"/>
                    <a:pt x="3639272" y="4906507"/>
                    <a:pt x="3521080" y="4894812"/>
                  </a:cubicBezTo>
                  <a:close/>
                  <a:moveTo>
                    <a:pt x="3706220" y="5642900"/>
                  </a:moveTo>
                  <a:cubicBezTo>
                    <a:pt x="3581606" y="5643599"/>
                    <a:pt x="3581606" y="5832877"/>
                    <a:pt x="3706220" y="5833576"/>
                  </a:cubicBezTo>
                  <a:cubicBezTo>
                    <a:pt x="3830834" y="5832941"/>
                    <a:pt x="3830897" y="5643662"/>
                    <a:pt x="3706220" y="5642900"/>
                  </a:cubicBezTo>
                  <a:close/>
                  <a:moveTo>
                    <a:pt x="2673642" y="3056499"/>
                  </a:moveTo>
                  <a:cubicBezTo>
                    <a:pt x="2555513" y="3068131"/>
                    <a:pt x="2564351" y="3246731"/>
                    <a:pt x="2683051" y="3246731"/>
                  </a:cubicBezTo>
                  <a:cubicBezTo>
                    <a:pt x="2813769" y="3245206"/>
                    <a:pt x="2803914" y="3045186"/>
                    <a:pt x="2673642" y="3056499"/>
                  </a:cubicBezTo>
                  <a:close/>
                </a:path>
              </a:pathLst>
            </a:custGeom>
            <a:solidFill>
              <a:srgbClr val="004591">
                <a:alpha val="4310"/>
              </a:srgbClr>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174" name="Google Shape;174;g3c9d1bd252f_0_459"/>
          <p:cNvSpPr txBox="1"/>
          <p:nvPr>
            <p:ph type="title"/>
          </p:nvPr>
        </p:nvSpPr>
        <p:spPr>
          <a:xfrm>
            <a:off x="1140400" y="1114667"/>
            <a:ext cx="9911100" cy="5283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4000"/>
              <a:buNone/>
              <a:defRPr/>
            </a:lvl1pPr>
            <a:lvl2pPr lvl="1" algn="l">
              <a:lnSpc>
                <a:spcPct val="90000"/>
              </a:lnSpc>
              <a:spcBef>
                <a:spcPts val="0"/>
              </a:spcBef>
              <a:spcAft>
                <a:spcPts val="0"/>
              </a:spcAft>
              <a:buSzPts val="4000"/>
              <a:buNone/>
              <a:defRPr/>
            </a:lvl2pPr>
            <a:lvl3pPr lvl="2" algn="l">
              <a:lnSpc>
                <a:spcPct val="90000"/>
              </a:lnSpc>
              <a:spcBef>
                <a:spcPts val="0"/>
              </a:spcBef>
              <a:spcAft>
                <a:spcPts val="0"/>
              </a:spcAft>
              <a:buSzPts val="4000"/>
              <a:buNone/>
              <a:defRPr/>
            </a:lvl3pPr>
            <a:lvl4pPr lvl="3" algn="l">
              <a:lnSpc>
                <a:spcPct val="90000"/>
              </a:lnSpc>
              <a:spcBef>
                <a:spcPts val="0"/>
              </a:spcBef>
              <a:spcAft>
                <a:spcPts val="0"/>
              </a:spcAft>
              <a:buSzPts val="4000"/>
              <a:buNone/>
              <a:defRPr/>
            </a:lvl4pPr>
            <a:lvl5pPr lvl="4" algn="l">
              <a:lnSpc>
                <a:spcPct val="90000"/>
              </a:lnSpc>
              <a:spcBef>
                <a:spcPts val="0"/>
              </a:spcBef>
              <a:spcAft>
                <a:spcPts val="0"/>
              </a:spcAft>
              <a:buSzPts val="4000"/>
              <a:buNone/>
              <a:defRPr/>
            </a:lvl5pPr>
            <a:lvl6pPr lvl="5" algn="l">
              <a:lnSpc>
                <a:spcPct val="90000"/>
              </a:lnSpc>
              <a:spcBef>
                <a:spcPts val="0"/>
              </a:spcBef>
              <a:spcAft>
                <a:spcPts val="0"/>
              </a:spcAft>
              <a:buSzPts val="4000"/>
              <a:buNone/>
              <a:defRPr/>
            </a:lvl6pPr>
            <a:lvl7pPr lvl="6" algn="l">
              <a:lnSpc>
                <a:spcPct val="90000"/>
              </a:lnSpc>
              <a:spcBef>
                <a:spcPts val="0"/>
              </a:spcBef>
              <a:spcAft>
                <a:spcPts val="0"/>
              </a:spcAft>
              <a:buSzPts val="4000"/>
              <a:buNone/>
              <a:defRPr/>
            </a:lvl7pPr>
            <a:lvl8pPr lvl="7" algn="l">
              <a:lnSpc>
                <a:spcPct val="90000"/>
              </a:lnSpc>
              <a:spcBef>
                <a:spcPts val="0"/>
              </a:spcBef>
              <a:spcAft>
                <a:spcPts val="0"/>
              </a:spcAft>
              <a:buSzPts val="4000"/>
              <a:buNone/>
              <a:defRPr/>
            </a:lvl8pPr>
            <a:lvl9pPr lvl="8" algn="l">
              <a:lnSpc>
                <a:spcPct val="90000"/>
              </a:lnSpc>
              <a:spcBef>
                <a:spcPts val="0"/>
              </a:spcBef>
              <a:spcAft>
                <a:spcPts val="0"/>
              </a:spcAft>
              <a:buSzPts val="4000"/>
              <a:buNone/>
              <a:defRPr/>
            </a:lvl9pPr>
          </a:lstStyle>
          <a:p/>
        </p:txBody>
      </p:sp>
      <p:sp>
        <p:nvSpPr>
          <p:cNvPr id="175" name="Google Shape;175;g3c9d1bd252f_0_459"/>
          <p:cNvSpPr txBox="1"/>
          <p:nvPr>
            <p:ph idx="1" type="body"/>
          </p:nvPr>
        </p:nvSpPr>
        <p:spPr>
          <a:xfrm>
            <a:off x="1140400" y="1906863"/>
            <a:ext cx="9911100" cy="4045200"/>
          </a:xfrm>
          <a:prstGeom prst="rect">
            <a:avLst/>
          </a:prstGeom>
          <a:noFill/>
          <a:ln>
            <a:noFill/>
          </a:ln>
        </p:spPr>
        <p:txBody>
          <a:bodyPr anchorCtr="0" anchor="t" bIns="0" lIns="0" spcFirstLastPara="1" rIns="0" wrap="square" tIns="0">
            <a:noAutofit/>
          </a:bodyPr>
          <a:lstStyle>
            <a:lvl1pPr indent="-431800" lvl="0" marL="457200" algn="l">
              <a:lnSpc>
                <a:spcPct val="100000"/>
              </a:lnSpc>
              <a:spcBef>
                <a:spcPts val="0"/>
              </a:spcBef>
              <a:spcAft>
                <a:spcPts val="0"/>
              </a:spcAft>
              <a:buSzPts val="3200"/>
              <a:buChar char="●"/>
              <a:defRPr/>
            </a:lvl1pPr>
            <a:lvl2pPr indent="-431800" lvl="1" marL="914400" algn="l">
              <a:lnSpc>
                <a:spcPct val="100000"/>
              </a:lnSpc>
              <a:spcBef>
                <a:spcPts val="800"/>
              </a:spcBef>
              <a:spcAft>
                <a:spcPts val="0"/>
              </a:spcAft>
              <a:buSzPts val="3200"/>
              <a:buChar char="○"/>
              <a:defRPr/>
            </a:lvl2pPr>
            <a:lvl3pPr indent="-431800" lvl="2" marL="1371600" algn="l">
              <a:lnSpc>
                <a:spcPct val="100000"/>
              </a:lnSpc>
              <a:spcBef>
                <a:spcPts val="800"/>
              </a:spcBef>
              <a:spcAft>
                <a:spcPts val="0"/>
              </a:spcAft>
              <a:buSzPts val="3200"/>
              <a:buChar char="■"/>
              <a:defRPr/>
            </a:lvl3pPr>
            <a:lvl4pPr indent="-431800" lvl="3" marL="1828800" algn="l">
              <a:lnSpc>
                <a:spcPct val="100000"/>
              </a:lnSpc>
              <a:spcBef>
                <a:spcPts val="800"/>
              </a:spcBef>
              <a:spcAft>
                <a:spcPts val="0"/>
              </a:spcAft>
              <a:buSzPts val="3200"/>
              <a:buChar char="●"/>
              <a:defRPr/>
            </a:lvl4pPr>
            <a:lvl5pPr indent="-431800" lvl="4" marL="2286000" algn="l">
              <a:lnSpc>
                <a:spcPct val="100000"/>
              </a:lnSpc>
              <a:spcBef>
                <a:spcPts val="800"/>
              </a:spcBef>
              <a:spcAft>
                <a:spcPts val="0"/>
              </a:spcAft>
              <a:buSzPts val="3200"/>
              <a:buChar char="○"/>
              <a:defRPr/>
            </a:lvl5pPr>
            <a:lvl6pPr indent="-431800" lvl="5" marL="2743200" algn="l">
              <a:lnSpc>
                <a:spcPct val="100000"/>
              </a:lnSpc>
              <a:spcBef>
                <a:spcPts val="800"/>
              </a:spcBef>
              <a:spcAft>
                <a:spcPts val="0"/>
              </a:spcAft>
              <a:buSzPts val="3200"/>
              <a:buChar char="■"/>
              <a:defRPr/>
            </a:lvl6pPr>
            <a:lvl7pPr indent="-431800" lvl="6" marL="3200400" algn="l">
              <a:lnSpc>
                <a:spcPct val="100000"/>
              </a:lnSpc>
              <a:spcBef>
                <a:spcPts val="800"/>
              </a:spcBef>
              <a:spcAft>
                <a:spcPts val="0"/>
              </a:spcAft>
              <a:buSzPts val="3200"/>
              <a:buChar char="●"/>
              <a:defRPr/>
            </a:lvl7pPr>
            <a:lvl8pPr indent="-431800" lvl="7" marL="3657600" algn="l">
              <a:lnSpc>
                <a:spcPct val="100000"/>
              </a:lnSpc>
              <a:spcBef>
                <a:spcPts val="800"/>
              </a:spcBef>
              <a:spcAft>
                <a:spcPts val="0"/>
              </a:spcAft>
              <a:buSzPts val="3200"/>
              <a:buChar char="○"/>
              <a:defRPr/>
            </a:lvl8pPr>
            <a:lvl9pPr indent="-431800" lvl="8" marL="4114800" algn="l">
              <a:lnSpc>
                <a:spcPct val="100000"/>
              </a:lnSpc>
              <a:spcBef>
                <a:spcPts val="800"/>
              </a:spcBef>
              <a:spcAft>
                <a:spcPts val="800"/>
              </a:spcAft>
              <a:buSzPts val="3200"/>
              <a:buChar char="■"/>
              <a:defRPr/>
            </a:lvl9pPr>
          </a:lstStyle>
          <a:p/>
        </p:txBody>
      </p:sp>
      <p:sp>
        <p:nvSpPr>
          <p:cNvPr id="176" name="Google Shape;176;g3c9d1bd252f_0_459"/>
          <p:cNvSpPr txBox="1"/>
          <p:nvPr>
            <p:ph idx="12" type="sldNum"/>
          </p:nvPr>
        </p:nvSpPr>
        <p:spPr>
          <a:xfrm>
            <a:off x="11307445" y="6333135"/>
            <a:ext cx="731700" cy="5247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700"/>
              <a:buFont typeface="Arial"/>
              <a:buNone/>
              <a:defRPr b="1" i="0" sz="1700" u="none" cap="none" strike="noStrike">
                <a:solidFill>
                  <a:schemeClr val="dk2"/>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700"/>
              <a:buFont typeface="Arial"/>
              <a:buNone/>
              <a:defRPr b="1" i="0" sz="1700" u="none" cap="none" strike="noStrike">
                <a:solidFill>
                  <a:schemeClr val="dk2"/>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700"/>
              <a:buFont typeface="Arial"/>
              <a:buNone/>
              <a:defRPr b="1" i="0" sz="1700" u="none" cap="none" strike="noStrike">
                <a:solidFill>
                  <a:schemeClr val="dk2"/>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700"/>
              <a:buFont typeface="Arial"/>
              <a:buNone/>
              <a:defRPr b="1" i="0" sz="1700" u="none" cap="none" strike="noStrike">
                <a:solidFill>
                  <a:schemeClr val="dk2"/>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700"/>
              <a:buFont typeface="Arial"/>
              <a:buNone/>
              <a:defRPr b="1" i="0" sz="1700" u="none" cap="none" strike="noStrike">
                <a:solidFill>
                  <a:schemeClr val="dk2"/>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700"/>
              <a:buFont typeface="Arial"/>
              <a:buNone/>
              <a:defRPr b="1" i="0" sz="1700" u="none" cap="none" strike="noStrike">
                <a:solidFill>
                  <a:schemeClr val="dk2"/>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700"/>
              <a:buFont typeface="Arial"/>
              <a:buNone/>
              <a:defRPr b="1" i="0" sz="1700" u="none" cap="none" strike="noStrike">
                <a:solidFill>
                  <a:schemeClr val="dk2"/>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700"/>
              <a:buFont typeface="Arial"/>
              <a:buNone/>
              <a:defRPr b="1" i="0" sz="1700" u="none" cap="none" strike="noStrike">
                <a:solidFill>
                  <a:schemeClr val="dk2"/>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700"/>
              <a:buFont typeface="Arial"/>
              <a:buNone/>
              <a:defRPr b="1" i="0" sz="1700" u="none" cap="none" strike="noStrike">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177" name="Shape 177"/>
        <p:cNvGrpSpPr/>
        <p:nvPr/>
      </p:nvGrpSpPr>
      <p:grpSpPr>
        <a:xfrm>
          <a:off x="0" y="0"/>
          <a:ext cx="0" cy="0"/>
          <a:chOff x="0" y="0"/>
          <a:chExt cx="0" cy="0"/>
        </a:xfrm>
      </p:grpSpPr>
      <p:grpSp>
        <p:nvGrpSpPr>
          <p:cNvPr id="178" name="Google Shape;178;g3c9d1bd252f_0_467"/>
          <p:cNvGrpSpPr/>
          <p:nvPr/>
        </p:nvGrpSpPr>
        <p:grpSpPr>
          <a:xfrm>
            <a:off x="6673230" y="0"/>
            <a:ext cx="5518476" cy="6858019"/>
            <a:chOff x="5005048" y="0"/>
            <a:chExt cx="4138961" cy="5143642"/>
          </a:xfrm>
        </p:grpSpPr>
        <p:sp>
          <p:nvSpPr>
            <p:cNvPr id="179" name="Google Shape;179;g3c9d1bd252f_0_467"/>
            <p:cNvSpPr/>
            <p:nvPr/>
          </p:nvSpPr>
          <p:spPr>
            <a:xfrm>
              <a:off x="5005049" y="0"/>
              <a:ext cx="4138960" cy="5143500"/>
            </a:xfrm>
            <a:custGeom>
              <a:rect b="b" l="l" r="r" t="t"/>
              <a:pathLst>
                <a:path extrusionOk="0" h="6858000" w="5518613">
                  <a:moveTo>
                    <a:pt x="4347879" y="6858000"/>
                  </a:moveTo>
                  <a:lnTo>
                    <a:pt x="4538614" y="6858000"/>
                  </a:lnTo>
                  <a:cubicBezTo>
                    <a:pt x="4551534" y="5930683"/>
                    <a:pt x="4899626" y="5039346"/>
                    <a:pt x="5518613" y="4348570"/>
                  </a:cubicBezTo>
                  <a:lnTo>
                    <a:pt x="5518613" y="4070500"/>
                  </a:lnTo>
                  <a:cubicBezTo>
                    <a:pt x="4781548" y="4812740"/>
                    <a:pt x="4361771" y="5812222"/>
                    <a:pt x="4347879" y="6858000"/>
                  </a:cubicBezTo>
                  <a:close/>
                  <a:moveTo>
                    <a:pt x="4301085" y="5188627"/>
                  </a:moveTo>
                  <a:cubicBezTo>
                    <a:pt x="4077511" y="5717157"/>
                    <a:pt x="3959147" y="6284191"/>
                    <a:pt x="3952611" y="6858000"/>
                  </a:cubicBezTo>
                  <a:lnTo>
                    <a:pt x="4143347" y="6858000"/>
                  </a:lnTo>
                  <a:cubicBezTo>
                    <a:pt x="4157130" y="5751110"/>
                    <a:pt x="4603757" y="4693586"/>
                    <a:pt x="5387642" y="3911730"/>
                  </a:cubicBezTo>
                  <a:cubicBezTo>
                    <a:pt x="5430449" y="3868935"/>
                    <a:pt x="5474000" y="3827197"/>
                    <a:pt x="5518295" y="3786519"/>
                  </a:cubicBezTo>
                  <a:lnTo>
                    <a:pt x="5518295" y="3532283"/>
                  </a:lnTo>
                  <a:cubicBezTo>
                    <a:pt x="5426952" y="3609615"/>
                    <a:pt x="5338451" y="3691136"/>
                    <a:pt x="5252792" y="3776858"/>
                  </a:cubicBezTo>
                  <a:cubicBezTo>
                    <a:pt x="4847103" y="4181397"/>
                    <a:pt x="4523877" y="4660866"/>
                    <a:pt x="4301085" y="5188627"/>
                  </a:cubicBezTo>
                  <a:close/>
                  <a:moveTo>
                    <a:pt x="4742956" y="6858000"/>
                  </a:moveTo>
                  <a:lnTo>
                    <a:pt x="4933691" y="6858000"/>
                  </a:lnTo>
                  <a:cubicBezTo>
                    <a:pt x="4944296" y="6192253"/>
                    <a:pt x="5147442" y="5543813"/>
                    <a:pt x="5518613" y="4990959"/>
                  </a:cubicBezTo>
                  <a:lnTo>
                    <a:pt x="5518613" y="4666809"/>
                  </a:lnTo>
                  <a:cubicBezTo>
                    <a:pt x="5027419" y="5292807"/>
                    <a:pt x="4754965" y="6062479"/>
                    <a:pt x="4742956" y="6858000"/>
                  </a:cubicBezTo>
                  <a:close/>
                  <a:moveTo>
                    <a:pt x="3936844" y="5034751"/>
                  </a:moveTo>
                  <a:cubicBezTo>
                    <a:pt x="3692690" y="5611967"/>
                    <a:pt x="3563753" y="6231329"/>
                    <a:pt x="3557280" y="6858000"/>
                  </a:cubicBezTo>
                  <a:lnTo>
                    <a:pt x="3748016" y="6858000"/>
                  </a:lnTo>
                  <a:cubicBezTo>
                    <a:pt x="3761742" y="5646276"/>
                    <a:pt x="4250019" y="4488202"/>
                    <a:pt x="5108087" y="3632261"/>
                  </a:cubicBezTo>
                  <a:cubicBezTo>
                    <a:pt x="5237705" y="3502760"/>
                    <a:pt x="5374780" y="3380944"/>
                    <a:pt x="5518613" y="3267434"/>
                  </a:cubicBezTo>
                  <a:lnTo>
                    <a:pt x="5518613" y="3027435"/>
                  </a:lnTo>
                  <a:cubicBezTo>
                    <a:pt x="4821685" y="3543508"/>
                    <a:pt x="4275552" y="4236573"/>
                    <a:pt x="3936844" y="5034751"/>
                  </a:cubicBezTo>
                  <a:close/>
                  <a:moveTo>
                    <a:pt x="1590798" y="2330830"/>
                  </a:moveTo>
                  <a:cubicBezTo>
                    <a:pt x="2180774" y="1457646"/>
                    <a:pt x="2932850" y="705739"/>
                    <a:pt x="3806254" y="115868"/>
                  </a:cubicBezTo>
                  <a:cubicBezTo>
                    <a:pt x="3864619" y="76504"/>
                    <a:pt x="3923511" y="37881"/>
                    <a:pt x="3982938" y="0"/>
                  </a:cubicBezTo>
                  <a:lnTo>
                    <a:pt x="3637961" y="0"/>
                  </a:lnTo>
                  <a:cubicBezTo>
                    <a:pt x="2317309" y="907938"/>
                    <a:pt x="1283739" y="2174291"/>
                    <a:pt x="658991" y="3649867"/>
                  </a:cubicBezTo>
                  <a:cubicBezTo>
                    <a:pt x="229264" y="4666364"/>
                    <a:pt x="7820" y="5745720"/>
                    <a:pt x="0" y="6858000"/>
                  </a:cubicBezTo>
                  <a:lnTo>
                    <a:pt x="190735" y="6858000"/>
                  </a:lnTo>
                  <a:cubicBezTo>
                    <a:pt x="198492" y="5771144"/>
                    <a:pt x="414913" y="4716957"/>
                    <a:pt x="834595" y="3724104"/>
                  </a:cubicBezTo>
                  <a:cubicBezTo>
                    <a:pt x="1041009" y="3236353"/>
                    <a:pt x="1294217" y="2769749"/>
                    <a:pt x="1590670" y="2330830"/>
                  </a:cubicBezTo>
                  <a:close/>
                  <a:moveTo>
                    <a:pt x="5138478" y="6858000"/>
                  </a:moveTo>
                  <a:lnTo>
                    <a:pt x="5329213" y="6858000"/>
                  </a:lnTo>
                  <a:cubicBezTo>
                    <a:pt x="5335393" y="6514973"/>
                    <a:pt x="5399423" y="6175480"/>
                    <a:pt x="5518613" y="5853770"/>
                  </a:cubicBezTo>
                  <a:lnTo>
                    <a:pt x="5518613" y="5388583"/>
                  </a:lnTo>
                  <a:cubicBezTo>
                    <a:pt x="5473428" y="5473625"/>
                    <a:pt x="5431892" y="5560847"/>
                    <a:pt x="5394000" y="5650255"/>
                  </a:cubicBezTo>
                  <a:cubicBezTo>
                    <a:pt x="5232135" y="6032727"/>
                    <a:pt x="5145382" y="6442770"/>
                    <a:pt x="5138478" y="6858000"/>
                  </a:cubicBezTo>
                  <a:close/>
                  <a:moveTo>
                    <a:pt x="1918417" y="2551824"/>
                  </a:moveTo>
                  <a:cubicBezTo>
                    <a:pt x="2643092" y="1478290"/>
                    <a:pt x="3623084" y="601442"/>
                    <a:pt x="4770422" y="0"/>
                  </a:cubicBezTo>
                  <a:lnTo>
                    <a:pt x="4376235" y="0"/>
                  </a:lnTo>
                  <a:cubicBezTo>
                    <a:pt x="4221103" y="90127"/>
                    <a:pt x="4069195" y="185317"/>
                    <a:pt x="3920504" y="285570"/>
                  </a:cubicBezTo>
                  <a:cubicBezTo>
                    <a:pt x="2634426" y="1153193"/>
                    <a:pt x="1627921" y="2375366"/>
                    <a:pt x="1023169" y="3803743"/>
                  </a:cubicBezTo>
                  <a:cubicBezTo>
                    <a:pt x="614105" y="4771490"/>
                    <a:pt x="403024" y="5798792"/>
                    <a:pt x="395331" y="6858000"/>
                  </a:cubicBezTo>
                  <a:lnTo>
                    <a:pt x="586067" y="6858000"/>
                  </a:lnTo>
                  <a:cubicBezTo>
                    <a:pt x="593760" y="5824406"/>
                    <a:pt x="799754" y="4822147"/>
                    <a:pt x="1198836" y="3877980"/>
                  </a:cubicBezTo>
                  <a:cubicBezTo>
                    <a:pt x="1395332" y="3413753"/>
                    <a:pt x="1636313" y="2969629"/>
                    <a:pt x="1918417" y="2551824"/>
                  </a:cubicBezTo>
                  <a:close/>
                  <a:moveTo>
                    <a:pt x="3295909" y="1820898"/>
                  </a:moveTo>
                  <a:cubicBezTo>
                    <a:pt x="2638349" y="2477855"/>
                    <a:pt x="2113960" y="3255643"/>
                    <a:pt x="1751587" y="4111495"/>
                  </a:cubicBezTo>
                  <a:cubicBezTo>
                    <a:pt x="1383722" y="4981807"/>
                    <a:pt x="1193495" y="5905571"/>
                    <a:pt x="1185739" y="6858000"/>
                  </a:cubicBezTo>
                  <a:lnTo>
                    <a:pt x="1376474" y="6858000"/>
                  </a:lnTo>
                  <a:cubicBezTo>
                    <a:pt x="1384167" y="5931185"/>
                    <a:pt x="1569308" y="5032463"/>
                    <a:pt x="1927255" y="4185732"/>
                  </a:cubicBezTo>
                  <a:cubicBezTo>
                    <a:pt x="2618518" y="2553159"/>
                    <a:pt x="3901291" y="1241972"/>
                    <a:pt x="5518613" y="514827"/>
                  </a:cubicBezTo>
                  <a:lnTo>
                    <a:pt x="5518613" y="306544"/>
                  </a:lnTo>
                  <a:cubicBezTo>
                    <a:pt x="4689289" y="667432"/>
                    <a:pt x="3935274" y="1181063"/>
                    <a:pt x="3295909" y="1820643"/>
                  </a:cubicBezTo>
                  <a:close/>
                  <a:moveTo>
                    <a:pt x="3572666" y="4881129"/>
                  </a:moveTo>
                  <a:cubicBezTo>
                    <a:pt x="3307970" y="5506962"/>
                    <a:pt x="3168460" y="6178556"/>
                    <a:pt x="3162013" y="6858000"/>
                  </a:cubicBezTo>
                  <a:lnTo>
                    <a:pt x="3352748" y="6858000"/>
                  </a:lnTo>
                  <a:cubicBezTo>
                    <a:pt x="3372565" y="5227315"/>
                    <a:pt x="4179313" y="3706695"/>
                    <a:pt x="5518613" y="2775615"/>
                  </a:cubicBezTo>
                  <a:lnTo>
                    <a:pt x="5518613" y="2545341"/>
                  </a:lnTo>
                  <a:cubicBezTo>
                    <a:pt x="4654149" y="3115286"/>
                    <a:pt x="3977337" y="3927785"/>
                    <a:pt x="3573111" y="4880875"/>
                  </a:cubicBezTo>
                  <a:close/>
                  <a:moveTo>
                    <a:pt x="5235308" y="0"/>
                  </a:moveTo>
                  <a:cubicBezTo>
                    <a:pt x="3502800" y="791829"/>
                    <a:pt x="2129930" y="2203840"/>
                    <a:pt x="1387410" y="3957619"/>
                  </a:cubicBezTo>
                  <a:cubicBezTo>
                    <a:pt x="998882" y="4876680"/>
                    <a:pt x="798292" y="5852181"/>
                    <a:pt x="790535" y="6858000"/>
                  </a:cubicBezTo>
                  <a:lnTo>
                    <a:pt x="981270" y="6858000"/>
                  </a:lnTo>
                  <a:cubicBezTo>
                    <a:pt x="989027" y="5877796"/>
                    <a:pt x="1184722" y="4927273"/>
                    <a:pt x="1563077" y="4031856"/>
                  </a:cubicBezTo>
                  <a:cubicBezTo>
                    <a:pt x="2315465" y="2254877"/>
                    <a:pt x="3730277" y="840502"/>
                    <a:pt x="5507805" y="88347"/>
                  </a:cubicBezTo>
                  <a:lnTo>
                    <a:pt x="5518295" y="83961"/>
                  </a:lnTo>
                  <a:lnTo>
                    <a:pt x="5518295" y="0"/>
                  </a:lnTo>
                  <a:close/>
                  <a:moveTo>
                    <a:pt x="2115829" y="4265371"/>
                  </a:moveTo>
                  <a:cubicBezTo>
                    <a:pt x="1768499" y="5086996"/>
                    <a:pt x="1588763" y="5958960"/>
                    <a:pt x="1581070" y="6858000"/>
                  </a:cubicBezTo>
                  <a:lnTo>
                    <a:pt x="1771805" y="6858000"/>
                  </a:lnTo>
                  <a:cubicBezTo>
                    <a:pt x="1779499" y="5984575"/>
                    <a:pt x="1954148" y="5137589"/>
                    <a:pt x="2291496" y="4339608"/>
                  </a:cubicBezTo>
                  <a:cubicBezTo>
                    <a:pt x="2920256" y="2855992"/>
                    <a:pt x="4067231" y="1651564"/>
                    <a:pt x="5518613" y="950841"/>
                  </a:cubicBezTo>
                  <a:lnTo>
                    <a:pt x="5518613" y="739889"/>
                  </a:lnTo>
                  <a:cubicBezTo>
                    <a:pt x="3987230" y="1453890"/>
                    <a:pt x="2774896" y="2709940"/>
                    <a:pt x="2115829" y="4265371"/>
                  </a:cubicBezTo>
                  <a:close/>
                  <a:moveTo>
                    <a:pt x="3208425" y="4726999"/>
                  </a:moveTo>
                  <a:cubicBezTo>
                    <a:pt x="2923104" y="5401587"/>
                    <a:pt x="2773059" y="6125618"/>
                    <a:pt x="2766809" y="6858000"/>
                  </a:cubicBezTo>
                  <a:lnTo>
                    <a:pt x="2957544" y="6858000"/>
                  </a:lnTo>
                  <a:cubicBezTo>
                    <a:pt x="2978335" y="5002228"/>
                    <a:pt x="3943723" y="3284988"/>
                    <a:pt x="5518613" y="2302356"/>
                  </a:cubicBezTo>
                  <a:lnTo>
                    <a:pt x="5518613" y="2079201"/>
                  </a:lnTo>
                  <a:cubicBezTo>
                    <a:pt x="4486524" y="2693796"/>
                    <a:pt x="3677291" y="3621298"/>
                    <a:pt x="3208425" y="4726999"/>
                  </a:cubicBezTo>
                  <a:close/>
                  <a:moveTo>
                    <a:pt x="2844247" y="4573123"/>
                  </a:moveTo>
                  <a:cubicBezTo>
                    <a:pt x="2538117" y="5297313"/>
                    <a:pt x="2379234" y="6065676"/>
                    <a:pt x="2371478" y="6858000"/>
                  </a:cubicBezTo>
                  <a:lnTo>
                    <a:pt x="2562213" y="6858000"/>
                  </a:lnTo>
                  <a:cubicBezTo>
                    <a:pt x="2569906" y="6091353"/>
                    <a:pt x="2723703" y="5347905"/>
                    <a:pt x="3019978" y="4647360"/>
                  </a:cubicBezTo>
                  <a:cubicBezTo>
                    <a:pt x="3521924" y="3463366"/>
                    <a:pt x="4400064" y="2477658"/>
                    <a:pt x="5518613" y="1842635"/>
                  </a:cubicBezTo>
                  <a:lnTo>
                    <a:pt x="5518613" y="1624564"/>
                  </a:lnTo>
                  <a:cubicBezTo>
                    <a:pt x="4319580" y="2277199"/>
                    <a:pt x="3376933" y="3316482"/>
                    <a:pt x="2844247" y="4573123"/>
                  </a:cubicBezTo>
                  <a:close/>
                  <a:moveTo>
                    <a:pt x="2480006" y="4419247"/>
                  </a:moveTo>
                  <a:cubicBezTo>
                    <a:pt x="2153276" y="5192123"/>
                    <a:pt x="1984094" y="6012350"/>
                    <a:pt x="1976274" y="6858000"/>
                  </a:cubicBezTo>
                  <a:lnTo>
                    <a:pt x="2167009" y="6858000"/>
                  </a:lnTo>
                  <a:cubicBezTo>
                    <a:pt x="2174702" y="6038091"/>
                    <a:pt x="2338989" y="5242779"/>
                    <a:pt x="2655737" y="4493611"/>
                  </a:cubicBezTo>
                  <a:cubicBezTo>
                    <a:pt x="3221262" y="3159288"/>
                    <a:pt x="4233361" y="2063108"/>
                    <a:pt x="5518613" y="1392892"/>
                  </a:cubicBezTo>
                  <a:lnTo>
                    <a:pt x="5518613" y="1178826"/>
                  </a:lnTo>
                  <a:cubicBezTo>
                    <a:pt x="4153132" y="1864200"/>
                    <a:pt x="3076061" y="3012811"/>
                    <a:pt x="2480006" y="4419247"/>
                  </a:cubicBezTo>
                  <a:close/>
                </a:path>
              </a:pathLst>
            </a:custGeom>
            <a:solidFill>
              <a:srgbClr val="004591">
                <a:alpha val="4310"/>
              </a:srgbClr>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80" name="Google Shape;180;g3c9d1bd252f_0_467"/>
            <p:cNvSpPr/>
            <p:nvPr/>
          </p:nvSpPr>
          <p:spPr>
            <a:xfrm>
              <a:off x="5005048" y="0"/>
              <a:ext cx="4138960" cy="5143642"/>
            </a:xfrm>
            <a:custGeom>
              <a:rect b="b" l="l" r="r" t="t"/>
              <a:pathLst>
                <a:path extrusionOk="0" h="6858190" w="5518613">
                  <a:moveTo>
                    <a:pt x="2240760" y="4214715"/>
                  </a:moveTo>
                  <a:cubicBezTo>
                    <a:pt x="2192225" y="4194261"/>
                    <a:pt x="2136295" y="4217016"/>
                    <a:pt x="2115841" y="4265537"/>
                  </a:cubicBezTo>
                  <a:cubicBezTo>
                    <a:pt x="2115835" y="4265543"/>
                    <a:pt x="2115835" y="4265556"/>
                    <a:pt x="2115829" y="4265562"/>
                  </a:cubicBezTo>
                  <a:cubicBezTo>
                    <a:pt x="1768499" y="5087187"/>
                    <a:pt x="1588763" y="5959151"/>
                    <a:pt x="1581070" y="6858191"/>
                  </a:cubicBezTo>
                  <a:lnTo>
                    <a:pt x="1771805" y="6858191"/>
                  </a:lnTo>
                  <a:cubicBezTo>
                    <a:pt x="1779499" y="5984765"/>
                    <a:pt x="1954148" y="5137780"/>
                    <a:pt x="2291496" y="4339799"/>
                  </a:cubicBezTo>
                  <a:cubicBezTo>
                    <a:pt x="2312070" y="4291329"/>
                    <a:pt x="2289436" y="4235359"/>
                    <a:pt x="2240951" y="4214797"/>
                  </a:cubicBezTo>
                  <a:cubicBezTo>
                    <a:pt x="2240888" y="4214766"/>
                    <a:pt x="2240824" y="4214740"/>
                    <a:pt x="2240760" y="4214715"/>
                  </a:cubicBezTo>
                  <a:close/>
                  <a:moveTo>
                    <a:pt x="2250170" y="2598095"/>
                  </a:moveTo>
                  <a:cubicBezTo>
                    <a:pt x="2206714" y="2568350"/>
                    <a:pt x="2147370" y="2579447"/>
                    <a:pt x="2117609" y="2622883"/>
                  </a:cubicBezTo>
                  <a:cubicBezTo>
                    <a:pt x="1637146" y="3322742"/>
                    <a:pt x="1278195" y="4098599"/>
                    <a:pt x="1055848" y="4917803"/>
                  </a:cubicBezTo>
                  <a:cubicBezTo>
                    <a:pt x="1040138" y="4968059"/>
                    <a:pt x="1068151" y="5021531"/>
                    <a:pt x="1118422" y="5037242"/>
                  </a:cubicBezTo>
                  <a:cubicBezTo>
                    <a:pt x="1168694" y="5052948"/>
                    <a:pt x="1222182" y="5024944"/>
                    <a:pt x="1237899" y="4974688"/>
                  </a:cubicBezTo>
                  <a:cubicBezTo>
                    <a:pt x="1238611" y="4972400"/>
                    <a:pt x="1239240" y="4970093"/>
                    <a:pt x="1239781" y="4967760"/>
                  </a:cubicBezTo>
                  <a:cubicBezTo>
                    <a:pt x="1456596" y="4169149"/>
                    <a:pt x="1806538" y="3412786"/>
                    <a:pt x="2274902" y="2730488"/>
                  </a:cubicBezTo>
                  <a:cubicBezTo>
                    <a:pt x="2304581" y="2687090"/>
                    <a:pt x="2293518" y="2627860"/>
                    <a:pt x="2250170" y="2598095"/>
                  </a:cubicBezTo>
                  <a:close/>
                  <a:moveTo>
                    <a:pt x="5289222" y="4471365"/>
                  </a:moveTo>
                  <a:cubicBezTo>
                    <a:pt x="5247089" y="4439770"/>
                    <a:pt x="5187312" y="4448313"/>
                    <a:pt x="5155707" y="4490433"/>
                  </a:cubicBezTo>
                  <a:cubicBezTo>
                    <a:pt x="4642139" y="5174034"/>
                    <a:pt x="4359361" y="6003210"/>
                    <a:pt x="4348260" y="6858064"/>
                  </a:cubicBezTo>
                  <a:lnTo>
                    <a:pt x="4538996" y="6858064"/>
                  </a:lnTo>
                  <a:cubicBezTo>
                    <a:pt x="4550065" y="6044479"/>
                    <a:pt x="4819460" y="5255459"/>
                    <a:pt x="5308296" y="4604903"/>
                  </a:cubicBezTo>
                  <a:cubicBezTo>
                    <a:pt x="5339900" y="4562782"/>
                    <a:pt x="5331375" y="4503024"/>
                    <a:pt x="5289241" y="4471429"/>
                  </a:cubicBezTo>
                  <a:cubicBezTo>
                    <a:pt x="5289216" y="4471403"/>
                    <a:pt x="5289184" y="4471384"/>
                    <a:pt x="5289158" y="4471365"/>
                  </a:cubicBezTo>
                  <a:close/>
                  <a:moveTo>
                    <a:pt x="2682504" y="5323054"/>
                  </a:moveTo>
                  <a:cubicBezTo>
                    <a:pt x="2631558" y="5309764"/>
                    <a:pt x="2579475" y="5340266"/>
                    <a:pt x="2566155" y="5391189"/>
                  </a:cubicBezTo>
                  <a:cubicBezTo>
                    <a:pt x="2441510" y="5870327"/>
                    <a:pt x="2376125" y="6362940"/>
                    <a:pt x="2371478" y="6858000"/>
                  </a:cubicBezTo>
                  <a:lnTo>
                    <a:pt x="2562213" y="6858000"/>
                  </a:lnTo>
                  <a:cubicBezTo>
                    <a:pt x="2566810" y="6379148"/>
                    <a:pt x="2630122" y="5902679"/>
                    <a:pt x="2750724" y="5439240"/>
                  </a:cubicBezTo>
                  <a:cubicBezTo>
                    <a:pt x="2764018" y="5388310"/>
                    <a:pt x="2733513" y="5336243"/>
                    <a:pt x="2682567" y="5322927"/>
                  </a:cubicBezTo>
                  <a:close/>
                  <a:moveTo>
                    <a:pt x="4160068" y="5925910"/>
                  </a:moveTo>
                  <a:cubicBezTo>
                    <a:pt x="4108531" y="5915060"/>
                    <a:pt x="4057948" y="5948028"/>
                    <a:pt x="4047095" y="5999555"/>
                  </a:cubicBezTo>
                  <a:cubicBezTo>
                    <a:pt x="4047089" y="5999562"/>
                    <a:pt x="4047089" y="5999568"/>
                    <a:pt x="4047089" y="5999574"/>
                  </a:cubicBezTo>
                  <a:cubicBezTo>
                    <a:pt x="3988006" y="6282004"/>
                    <a:pt x="3956363" y="6569507"/>
                    <a:pt x="3952611" y="6858000"/>
                  </a:cubicBezTo>
                  <a:lnTo>
                    <a:pt x="4143347" y="6858000"/>
                  </a:lnTo>
                  <a:cubicBezTo>
                    <a:pt x="4147123" y="6582600"/>
                    <a:pt x="4177425" y="6308242"/>
                    <a:pt x="4233819" y="6038663"/>
                  </a:cubicBezTo>
                  <a:cubicBezTo>
                    <a:pt x="4244634" y="5987155"/>
                    <a:pt x="4211649" y="5936626"/>
                    <a:pt x="4160132" y="5925783"/>
                  </a:cubicBezTo>
                  <a:close/>
                  <a:moveTo>
                    <a:pt x="2089189" y="6428024"/>
                  </a:moveTo>
                  <a:cubicBezTo>
                    <a:pt x="2036629" y="6424783"/>
                    <a:pt x="1991399" y="6464762"/>
                    <a:pt x="1988163" y="6517325"/>
                  </a:cubicBezTo>
                  <a:cubicBezTo>
                    <a:pt x="1981233" y="6630015"/>
                    <a:pt x="1977228" y="6744293"/>
                    <a:pt x="1976147" y="6857937"/>
                  </a:cubicBezTo>
                  <a:lnTo>
                    <a:pt x="2166882" y="6857937"/>
                  </a:lnTo>
                  <a:cubicBezTo>
                    <a:pt x="2167900" y="6748170"/>
                    <a:pt x="2171778" y="6637832"/>
                    <a:pt x="2178454" y="6529020"/>
                  </a:cubicBezTo>
                  <a:cubicBezTo>
                    <a:pt x="2181645" y="6476520"/>
                    <a:pt x="2141737" y="6431393"/>
                    <a:pt x="2089253" y="6428088"/>
                  </a:cubicBezTo>
                  <a:close/>
                  <a:moveTo>
                    <a:pt x="3184583" y="972450"/>
                  </a:moveTo>
                  <a:cubicBezTo>
                    <a:pt x="3218833" y="1012264"/>
                    <a:pt x="3278838" y="1016897"/>
                    <a:pt x="3318797" y="982811"/>
                  </a:cubicBezTo>
                  <a:cubicBezTo>
                    <a:pt x="3763936" y="601738"/>
                    <a:pt x="4250629" y="272053"/>
                    <a:pt x="4769659" y="0"/>
                  </a:cubicBezTo>
                  <a:lnTo>
                    <a:pt x="4375472" y="0"/>
                  </a:lnTo>
                  <a:cubicBezTo>
                    <a:pt x="3957475" y="243105"/>
                    <a:pt x="3562373" y="523572"/>
                    <a:pt x="3195010" y="837960"/>
                  </a:cubicBezTo>
                  <a:cubicBezTo>
                    <a:pt x="3154981" y="872186"/>
                    <a:pt x="3150289" y="932364"/>
                    <a:pt x="3184526" y="972381"/>
                  </a:cubicBezTo>
                  <a:cubicBezTo>
                    <a:pt x="3184545" y="972406"/>
                    <a:pt x="3184564" y="972425"/>
                    <a:pt x="3184583" y="972450"/>
                  </a:cubicBezTo>
                  <a:close/>
                  <a:moveTo>
                    <a:pt x="3860550" y="1312617"/>
                  </a:moveTo>
                  <a:cubicBezTo>
                    <a:pt x="2823496" y="2150361"/>
                    <a:pt x="2039217" y="3259260"/>
                    <a:pt x="1594930" y="4515984"/>
                  </a:cubicBezTo>
                  <a:cubicBezTo>
                    <a:pt x="1577376" y="4565636"/>
                    <a:pt x="1603405" y="4620118"/>
                    <a:pt x="1653073" y="4637667"/>
                  </a:cubicBezTo>
                  <a:cubicBezTo>
                    <a:pt x="1702740" y="4655216"/>
                    <a:pt x="1757240" y="4629195"/>
                    <a:pt x="1774794" y="4579543"/>
                  </a:cubicBezTo>
                  <a:cubicBezTo>
                    <a:pt x="2207331" y="3355996"/>
                    <a:pt x="2970909" y="2276380"/>
                    <a:pt x="3980586" y="1460773"/>
                  </a:cubicBezTo>
                  <a:cubicBezTo>
                    <a:pt x="4021531" y="1427634"/>
                    <a:pt x="4027850" y="1367596"/>
                    <a:pt x="3994700" y="1326664"/>
                  </a:cubicBezTo>
                  <a:cubicBezTo>
                    <a:pt x="3961551" y="1285732"/>
                    <a:pt x="3901494" y="1279414"/>
                    <a:pt x="3860550" y="1312554"/>
                  </a:cubicBezTo>
                  <a:close/>
                  <a:moveTo>
                    <a:pt x="1208945" y="3617516"/>
                  </a:moveTo>
                  <a:cubicBezTo>
                    <a:pt x="1160835" y="3596077"/>
                    <a:pt x="1104454" y="3617687"/>
                    <a:pt x="1083015" y="3665782"/>
                  </a:cubicBezTo>
                  <a:cubicBezTo>
                    <a:pt x="1083009" y="3665795"/>
                    <a:pt x="1083002" y="3665808"/>
                    <a:pt x="1082996" y="3665820"/>
                  </a:cubicBezTo>
                  <a:cubicBezTo>
                    <a:pt x="859435" y="4168317"/>
                    <a:pt x="688555" y="4692614"/>
                    <a:pt x="573097" y="5230321"/>
                  </a:cubicBezTo>
                  <a:cubicBezTo>
                    <a:pt x="458636" y="5765430"/>
                    <a:pt x="398987" y="6310803"/>
                    <a:pt x="395077" y="6858000"/>
                  </a:cubicBezTo>
                  <a:lnTo>
                    <a:pt x="585812" y="6858000"/>
                  </a:lnTo>
                  <a:cubicBezTo>
                    <a:pt x="589655" y="6324252"/>
                    <a:pt x="647789" y="5792284"/>
                    <a:pt x="759318" y="5270300"/>
                  </a:cubicBezTo>
                  <a:cubicBezTo>
                    <a:pt x="872119" y="4745584"/>
                    <a:pt x="1038993" y="4233954"/>
                    <a:pt x="1257265" y="3743616"/>
                  </a:cubicBezTo>
                  <a:cubicBezTo>
                    <a:pt x="1278792" y="3695566"/>
                    <a:pt x="1257284" y="3639157"/>
                    <a:pt x="1209212" y="3617637"/>
                  </a:cubicBezTo>
                  <a:cubicBezTo>
                    <a:pt x="1209123" y="3617598"/>
                    <a:pt x="1209034" y="3617554"/>
                    <a:pt x="1208945" y="3617516"/>
                  </a:cubicBezTo>
                  <a:close/>
                  <a:moveTo>
                    <a:pt x="943632" y="5974532"/>
                  </a:moveTo>
                  <a:cubicBezTo>
                    <a:pt x="891294" y="5968659"/>
                    <a:pt x="844106" y="6006305"/>
                    <a:pt x="838219" y="6058620"/>
                  </a:cubicBezTo>
                  <a:cubicBezTo>
                    <a:pt x="808496" y="6324074"/>
                    <a:pt x="792557" y="6590926"/>
                    <a:pt x="790471" y="6858000"/>
                  </a:cubicBezTo>
                  <a:lnTo>
                    <a:pt x="981207" y="6858000"/>
                  </a:lnTo>
                  <a:cubicBezTo>
                    <a:pt x="983267" y="6597917"/>
                    <a:pt x="998799" y="6338127"/>
                    <a:pt x="1027746" y="6079658"/>
                  </a:cubicBezTo>
                  <a:cubicBezTo>
                    <a:pt x="1033475" y="6027432"/>
                    <a:pt x="995855" y="5980418"/>
                    <a:pt x="943632" y="5974532"/>
                  </a:cubicBezTo>
                  <a:close/>
                  <a:moveTo>
                    <a:pt x="2331805" y="1389587"/>
                  </a:moveTo>
                  <a:cubicBezTo>
                    <a:pt x="2707325" y="978292"/>
                    <a:pt x="3123535" y="606057"/>
                    <a:pt x="3574065" y="278578"/>
                  </a:cubicBezTo>
                  <a:cubicBezTo>
                    <a:pt x="3707535" y="181588"/>
                    <a:pt x="3843911" y="88728"/>
                    <a:pt x="3983193" y="0"/>
                  </a:cubicBezTo>
                  <a:lnTo>
                    <a:pt x="3637771" y="0"/>
                  </a:lnTo>
                  <a:cubicBezTo>
                    <a:pt x="3578433" y="40678"/>
                    <a:pt x="3519814" y="82118"/>
                    <a:pt x="3461913" y="124321"/>
                  </a:cubicBezTo>
                  <a:cubicBezTo>
                    <a:pt x="3000969" y="459401"/>
                    <a:pt x="2575133" y="840261"/>
                    <a:pt x="2190915" y="1261071"/>
                  </a:cubicBezTo>
                  <a:cubicBezTo>
                    <a:pt x="2155794" y="1300312"/>
                    <a:pt x="2159145" y="1360585"/>
                    <a:pt x="2198398" y="1395695"/>
                  </a:cubicBezTo>
                  <a:cubicBezTo>
                    <a:pt x="2237111" y="1430316"/>
                    <a:pt x="2296417" y="1427602"/>
                    <a:pt x="2331805" y="1389587"/>
                  </a:cubicBezTo>
                  <a:close/>
                  <a:moveTo>
                    <a:pt x="558283" y="4174100"/>
                  </a:moveTo>
                  <a:cubicBezTo>
                    <a:pt x="508369" y="4157308"/>
                    <a:pt x="454289" y="4184143"/>
                    <a:pt x="437484" y="4234036"/>
                  </a:cubicBezTo>
                  <a:cubicBezTo>
                    <a:pt x="152999" y="5079865"/>
                    <a:pt x="5315" y="5965653"/>
                    <a:pt x="0" y="6858000"/>
                  </a:cubicBezTo>
                  <a:lnTo>
                    <a:pt x="190735" y="6858000"/>
                  </a:lnTo>
                  <a:cubicBezTo>
                    <a:pt x="196021" y="5986354"/>
                    <a:pt x="340335" y="5121127"/>
                    <a:pt x="618237" y="4294926"/>
                  </a:cubicBezTo>
                  <a:cubicBezTo>
                    <a:pt x="635068" y="4245032"/>
                    <a:pt x="608253" y="4190944"/>
                    <a:pt x="558344" y="4174119"/>
                  </a:cubicBezTo>
                  <a:cubicBezTo>
                    <a:pt x="558323" y="4174113"/>
                    <a:pt x="558303" y="4174107"/>
                    <a:pt x="558283" y="4174100"/>
                  </a:cubicBezTo>
                  <a:close/>
                  <a:moveTo>
                    <a:pt x="3037844" y="3379615"/>
                  </a:moveTo>
                  <a:cubicBezTo>
                    <a:pt x="3010054" y="3424341"/>
                    <a:pt x="3023793" y="3483121"/>
                    <a:pt x="3068533" y="3510909"/>
                  </a:cubicBezTo>
                  <a:cubicBezTo>
                    <a:pt x="3111436" y="3537552"/>
                    <a:pt x="3167678" y="3526131"/>
                    <a:pt x="3196790" y="3484868"/>
                  </a:cubicBezTo>
                  <a:cubicBezTo>
                    <a:pt x="3756262" y="2640934"/>
                    <a:pt x="4511937" y="1945073"/>
                    <a:pt x="5399149" y="1456833"/>
                  </a:cubicBezTo>
                  <a:cubicBezTo>
                    <a:pt x="5438612" y="1435178"/>
                    <a:pt x="5478324" y="1413994"/>
                    <a:pt x="5518295" y="1393274"/>
                  </a:cubicBezTo>
                  <a:lnTo>
                    <a:pt x="5518295" y="1179080"/>
                  </a:lnTo>
                  <a:cubicBezTo>
                    <a:pt x="5447342" y="1214673"/>
                    <a:pt x="5377024" y="1251582"/>
                    <a:pt x="5307342" y="1289800"/>
                  </a:cubicBezTo>
                  <a:cubicBezTo>
                    <a:pt x="4393090" y="1792906"/>
                    <a:pt x="3614361" y="2509939"/>
                    <a:pt x="3037780" y="3379551"/>
                  </a:cubicBezTo>
                  <a:close/>
                  <a:moveTo>
                    <a:pt x="4015808" y="3381140"/>
                  </a:moveTo>
                  <a:cubicBezTo>
                    <a:pt x="3403115" y="4138641"/>
                    <a:pt x="2998006" y="5042404"/>
                    <a:pt x="2840242" y="6003706"/>
                  </a:cubicBezTo>
                  <a:cubicBezTo>
                    <a:pt x="2831761" y="6055671"/>
                    <a:pt x="2867028" y="6104675"/>
                    <a:pt x="2919009" y="6113154"/>
                  </a:cubicBezTo>
                  <a:cubicBezTo>
                    <a:pt x="2919009" y="6113154"/>
                    <a:pt x="2919016" y="6113154"/>
                    <a:pt x="2919016" y="6113154"/>
                  </a:cubicBezTo>
                  <a:cubicBezTo>
                    <a:pt x="2924121" y="6114012"/>
                    <a:pt x="2929290" y="6114438"/>
                    <a:pt x="2934465" y="6114425"/>
                  </a:cubicBezTo>
                  <a:cubicBezTo>
                    <a:pt x="2981183" y="6114381"/>
                    <a:pt x="3020989" y="6080504"/>
                    <a:pt x="3028498" y="6034405"/>
                  </a:cubicBezTo>
                  <a:cubicBezTo>
                    <a:pt x="3282755" y="4490388"/>
                    <a:pt x="4190147" y="3130744"/>
                    <a:pt x="5518613" y="2303182"/>
                  </a:cubicBezTo>
                  <a:lnTo>
                    <a:pt x="5518613" y="2080027"/>
                  </a:lnTo>
                  <a:cubicBezTo>
                    <a:pt x="4944729" y="2421681"/>
                    <a:pt x="4435910" y="2862252"/>
                    <a:pt x="4015745" y="3381331"/>
                  </a:cubicBezTo>
                  <a:close/>
                  <a:moveTo>
                    <a:pt x="3489188" y="3682663"/>
                  </a:moveTo>
                  <a:cubicBezTo>
                    <a:pt x="3520805" y="3682689"/>
                    <a:pt x="3550382" y="3667047"/>
                    <a:pt x="3568152" y="3640906"/>
                  </a:cubicBezTo>
                  <a:cubicBezTo>
                    <a:pt x="3901106" y="3151394"/>
                    <a:pt x="4306483" y="2715260"/>
                    <a:pt x="4770422" y="2347419"/>
                  </a:cubicBezTo>
                  <a:cubicBezTo>
                    <a:pt x="4811678" y="2314686"/>
                    <a:pt x="4818582" y="2254712"/>
                    <a:pt x="4785839" y="2213469"/>
                  </a:cubicBezTo>
                  <a:cubicBezTo>
                    <a:pt x="4753096" y="2172225"/>
                    <a:pt x="4693104" y="2165323"/>
                    <a:pt x="4651848" y="2198056"/>
                  </a:cubicBezTo>
                  <a:cubicBezTo>
                    <a:pt x="4172796" y="2577934"/>
                    <a:pt x="3754234" y="3028338"/>
                    <a:pt x="3410477" y="3533872"/>
                  </a:cubicBezTo>
                  <a:cubicBezTo>
                    <a:pt x="3380843" y="3577397"/>
                    <a:pt x="3392116" y="3636704"/>
                    <a:pt x="3435655" y="3666329"/>
                  </a:cubicBezTo>
                  <a:cubicBezTo>
                    <a:pt x="3451441" y="3677071"/>
                    <a:pt x="3470089" y="3682829"/>
                    <a:pt x="3489188" y="3682854"/>
                  </a:cubicBezTo>
                  <a:close/>
                  <a:moveTo>
                    <a:pt x="5235117" y="0"/>
                  </a:moveTo>
                  <a:cubicBezTo>
                    <a:pt x="5039295" y="89448"/>
                    <a:pt x="4847415" y="187160"/>
                    <a:pt x="4659477" y="293133"/>
                  </a:cubicBezTo>
                  <a:cubicBezTo>
                    <a:pt x="4613020" y="317947"/>
                    <a:pt x="4595485" y="375710"/>
                    <a:pt x="4620306" y="422150"/>
                  </a:cubicBezTo>
                  <a:cubicBezTo>
                    <a:pt x="4645127" y="468591"/>
                    <a:pt x="4702908" y="486122"/>
                    <a:pt x="4749364" y="461309"/>
                  </a:cubicBezTo>
                  <a:cubicBezTo>
                    <a:pt x="4750655" y="460619"/>
                    <a:pt x="4751933" y="459899"/>
                    <a:pt x="4753192" y="459149"/>
                  </a:cubicBezTo>
                  <a:cubicBezTo>
                    <a:pt x="5000906" y="319499"/>
                    <a:pt x="5256473" y="194249"/>
                    <a:pt x="5518613" y="84025"/>
                  </a:cubicBezTo>
                  <a:lnTo>
                    <a:pt x="5518613" y="0"/>
                  </a:lnTo>
                  <a:close/>
                  <a:moveTo>
                    <a:pt x="4506698" y="959040"/>
                  </a:moveTo>
                  <a:cubicBezTo>
                    <a:pt x="4534914" y="1003493"/>
                    <a:pt x="4593832" y="1016668"/>
                    <a:pt x="4638305" y="988467"/>
                  </a:cubicBezTo>
                  <a:cubicBezTo>
                    <a:pt x="4920053" y="809892"/>
                    <a:pt x="5214244" y="651732"/>
                    <a:pt x="5518613" y="515208"/>
                  </a:cubicBezTo>
                  <a:lnTo>
                    <a:pt x="5518613" y="306799"/>
                  </a:lnTo>
                  <a:cubicBezTo>
                    <a:pt x="5178233" y="454670"/>
                    <a:pt x="4849857" y="628751"/>
                    <a:pt x="4536453" y="827473"/>
                  </a:cubicBezTo>
                  <a:cubicBezTo>
                    <a:pt x="4491903" y="855559"/>
                    <a:pt x="4478558" y="914434"/>
                    <a:pt x="4506654" y="958970"/>
                  </a:cubicBezTo>
                  <a:cubicBezTo>
                    <a:pt x="4506666" y="958995"/>
                    <a:pt x="4506685" y="959014"/>
                    <a:pt x="4506698" y="959040"/>
                  </a:cubicBezTo>
                  <a:close/>
                  <a:moveTo>
                    <a:pt x="4505109" y="4769266"/>
                  </a:moveTo>
                  <a:cubicBezTo>
                    <a:pt x="4479111" y="4815060"/>
                    <a:pt x="4495178" y="4873248"/>
                    <a:pt x="4540986" y="4899237"/>
                  </a:cubicBezTo>
                  <a:cubicBezTo>
                    <a:pt x="4586794" y="4925227"/>
                    <a:pt x="4645000" y="4909165"/>
                    <a:pt x="4670998" y="4863371"/>
                  </a:cubicBezTo>
                  <a:cubicBezTo>
                    <a:pt x="4671334" y="4862767"/>
                    <a:pt x="4671672" y="4862163"/>
                    <a:pt x="4672002" y="4861553"/>
                  </a:cubicBezTo>
                  <a:cubicBezTo>
                    <a:pt x="4894546" y="4460236"/>
                    <a:pt x="5180426" y="4097461"/>
                    <a:pt x="5518613" y="3787218"/>
                  </a:cubicBezTo>
                  <a:lnTo>
                    <a:pt x="5518613" y="3532982"/>
                  </a:lnTo>
                  <a:cubicBezTo>
                    <a:pt x="5109015" y="3880656"/>
                    <a:pt x="4765659" y="4299483"/>
                    <a:pt x="4505109" y="4769266"/>
                  </a:cubicBezTo>
                  <a:close/>
                  <a:moveTo>
                    <a:pt x="5138541" y="6858000"/>
                  </a:moveTo>
                  <a:lnTo>
                    <a:pt x="5329276" y="6858000"/>
                  </a:lnTo>
                  <a:cubicBezTo>
                    <a:pt x="5336270" y="6515418"/>
                    <a:pt x="5400255" y="6176332"/>
                    <a:pt x="5518613" y="5854724"/>
                  </a:cubicBezTo>
                  <a:lnTo>
                    <a:pt x="5518613" y="5389791"/>
                  </a:lnTo>
                  <a:cubicBezTo>
                    <a:pt x="5516706" y="5392651"/>
                    <a:pt x="5514862" y="5395638"/>
                    <a:pt x="5513146" y="5398816"/>
                  </a:cubicBezTo>
                  <a:cubicBezTo>
                    <a:pt x="5276239" y="5849385"/>
                    <a:pt x="5147964" y="6349072"/>
                    <a:pt x="5138541" y="6858000"/>
                  </a:cubicBezTo>
                  <a:close/>
                  <a:moveTo>
                    <a:pt x="4985952" y="5893686"/>
                  </a:moveTo>
                  <a:cubicBezTo>
                    <a:pt x="5035970" y="5910160"/>
                    <a:pt x="5089878" y="5882988"/>
                    <a:pt x="5106370" y="5832987"/>
                  </a:cubicBezTo>
                  <a:cubicBezTo>
                    <a:pt x="5204847" y="5534978"/>
                    <a:pt x="5343543" y="5251798"/>
                    <a:pt x="5518613" y="4991277"/>
                  </a:cubicBezTo>
                  <a:lnTo>
                    <a:pt x="5518613" y="4667127"/>
                  </a:lnTo>
                  <a:cubicBezTo>
                    <a:pt x="5258469" y="4998866"/>
                    <a:pt x="5057911" y="5373234"/>
                    <a:pt x="4925871" y="5773559"/>
                  </a:cubicBezTo>
                  <a:cubicBezTo>
                    <a:pt x="4909525" y="5823396"/>
                    <a:pt x="4936514" y="5877065"/>
                    <a:pt x="4986271" y="5893686"/>
                  </a:cubicBezTo>
                  <a:close/>
                  <a:moveTo>
                    <a:pt x="4231022" y="3746922"/>
                  </a:moveTo>
                  <a:cubicBezTo>
                    <a:pt x="3547960" y="4641328"/>
                    <a:pt x="3172923" y="5732780"/>
                    <a:pt x="3162013" y="6858000"/>
                  </a:cubicBezTo>
                  <a:lnTo>
                    <a:pt x="3352748" y="6858000"/>
                  </a:lnTo>
                  <a:cubicBezTo>
                    <a:pt x="3371256" y="5227137"/>
                    <a:pt x="4178328" y="3706129"/>
                    <a:pt x="5518613" y="2776187"/>
                  </a:cubicBezTo>
                  <a:lnTo>
                    <a:pt x="5518613" y="2545913"/>
                  </a:lnTo>
                  <a:cubicBezTo>
                    <a:pt x="5487758" y="2566252"/>
                    <a:pt x="5457088" y="2586909"/>
                    <a:pt x="5426615" y="2607883"/>
                  </a:cubicBezTo>
                  <a:cubicBezTo>
                    <a:pt x="4970414" y="2922055"/>
                    <a:pt x="4566875" y="3306503"/>
                    <a:pt x="4231022" y="3746922"/>
                  </a:cubicBezTo>
                  <a:close/>
                  <a:moveTo>
                    <a:pt x="4908260" y="6204806"/>
                  </a:moveTo>
                  <a:cubicBezTo>
                    <a:pt x="4856386" y="6195698"/>
                    <a:pt x="4806947" y="6230357"/>
                    <a:pt x="4797837" y="6282220"/>
                  </a:cubicBezTo>
                  <a:cubicBezTo>
                    <a:pt x="4797830" y="6282240"/>
                    <a:pt x="4797830" y="6282265"/>
                    <a:pt x="4797824" y="6282284"/>
                  </a:cubicBezTo>
                  <a:cubicBezTo>
                    <a:pt x="4764509" y="6472452"/>
                    <a:pt x="4746160" y="6664972"/>
                    <a:pt x="4742956" y="6858000"/>
                  </a:cubicBezTo>
                  <a:lnTo>
                    <a:pt x="4933691" y="6858000"/>
                  </a:lnTo>
                  <a:cubicBezTo>
                    <a:pt x="4936800" y="6676031"/>
                    <a:pt x="4954081" y="6494507"/>
                    <a:pt x="4985380" y="6315208"/>
                  </a:cubicBezTo>
                  <a:cubicBezTo>
                    <a:pt x="4994510" y="6263445"/>
                    <a:pt x="4960013" y="6214067"/>
                    <a:pt x="4908260" y="6204806"/>
                  </a:cubicBezTo>
                  <a:close/>
                  <a:moveTo>
                    <a:pt x="4560803" y="3966517"/>
                  </a:moveTo>
                  <a:cubicBezTo>
                    <a:pt x="4263180" y="4352091"/>
                    <a:pt x="4025727" y="4780535"/>
                    <a:pt x="3856544" y="5237250"/>
                  </a:cubicBezTo>
                  <a:cubicBezTo>
                    <a:pt x="3838253" y="5286641"/>
                    <a:pt x="3863468" y="5341505"/>
                    <a:pt x="3912875" y="5359791"/>
                  </a:cubicBezTo>
                  <a:cubicBezTo>
                    <a:pt x="3962282" y="5378077"/>
                    <a:pt x="4017163" y="5352869"/>
                    <a:pt x="4035454" y="5303478"/>
                  </a:cubicBezTo>
                  <a:cubicBezTo>
                    <a:pt x="4333199" y="4501537"/>
                    <a:pt x="4846398" y="3797203"/>
                    <a:pt x="5518613" y="3267942"/>
                  </a:cubicBezTo>
                  <a:lnTo>
                    <a:pt x="5518613" y="3027944"/>
                  </a:lnTo>
                  <a:cubicBezTo>
                    <a:pt x="5157405" y="3294948"/>
                    <a:pt x="4835056" y="3610823"/>
                    <a:pt x="4560803" y="3966517"/>
                  </a:cubicBezTo>
                  <a:close/>
                </a:path>
              </a:pathLst>
            </a:custGeom>
            <a:solidFill>
              <a:srgbClr val="004591">
                <a:alpha val="4310"/>
              </a:srgbClr>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81" name="Google Shape;181;g3c9d1bd252f_0_467"/>
            <p:cNvSpPr/>
            <p:nvPr/>
          </p:nvSpPr>
          <p:spPr>
            <a:xfrm>
              <a:off x="5330737" y="210583"/>
              <a:ext cx="3668526" cy="4753341"/>
            </a:xfrm>
            <a:custGeom>
              <a:rect b="b" l="l" r="r" t="t"/>
              <a:pathLst>
                <a:path extrusionOk="0" h="6337788" w="4891368">
                  <a:moveTo>
                    <a:pt x="745243" y="3328976"/>
                  </a:moveTo>
                  <a:cubicBezTo>
                    <a:pt x="615034" y="3317536"/>
                    <a:pt x="605370" y="3517682"/>
                    <a:pt x="735833" y="3519144"/>
                  </a:cubicBezTo>
                  <a:cubicBezTo>
                    <a:pt x="854598" y="3519335"/>
                    <a:pt x="863499" y="3340544"/>
                    <a:pt x="745243" y="3328976"/>
                  </a:cubicBezTo>
                  <a:close/>
                  <a:moveTo>
                    <a:pt x="1658484" y="6147620"/>
                  </a:moveTo>
                  <a:cubicBezTo>
                    <a:pt x="1528275" y="6136180"/>
                    <a:pt x="1518611" y="6336390"/>
                    <a:pt x="1649138" y="6337788"/>
                  </a:cubicBezTo>
                  <a:cubicBezTo>
                    <a:pt x="1767903" y="6337916"/>
                    <a:pt x="1776676" y="6159125"/>
                    <a:pt x="1658484" y="6147620"/>
                  </a:cubicBezTo>
                  <a:close/>
                  <a:moveTo>
                    <a:pt x="1259974" y="4171957"/>
                  </a:moveTo>
                  <a:cubicBezTo>
                    <a:pt x="1129765" y="4160580"/>
                    <a:pt x="1119783" y="4360664"/>
                    <a:pt x="1250564" y="4362189"/>
                  </a:cubicBezTo>
                  <a:cubicBezTo>
                    <a:pt x="1369329" y="4362253"/>
                    <a:pt x="1378166" y="4183652"/>
                    <a:pt x="1259974" y="4171957"/>
                  </a:cubicBezTo>
                  <a:close/>
                  <a:moveTo>
                    <a:pt x="1778774" y="3926811"/>
                  </a:moveTo>
                  <a:cubicBezTo>
                    <a:pt x="1648566" y="3915307"/>
                    <a:pt x="1638902" y="4115517"/>
                    <a:pt x="1769365" y="4116979"/>
                  </a:cubicBezTo>
                  <a:cubicBezTo>
                    <a:pt x="1888066" y="4117487"/>
                    <a:pt x="1896967" y="3938442"/>
                    <a:pt x="1778774" y="3926811"/>
                  </a:cubicBezTo>
                  <a:close/>
                  <a:moveTo>
                    <a:pt x="2490854" y="5643345"/>
                  </a:moveTo>
                  <a:cubicBezTo>
                    <a:pt x="2372661" y="5654976"/>
                    <a:pt x="2381499" y="5833513"/>
                    <a:pt x="2500200" y="5833576"/>
                  </a:cubicBezTo>
                  <a:cubicBezTo>
                    <a:pt x="2630790" y="5832115"/>
                    <a:pt x="2621062" y="5632095"/>
                    <a:pt x="2490727" y="5643408"/>
                  </a:cubicBezTo>
                  <a:close/>
                  <a:moveTo>
                    <a:pt x="1817685" y="949650"/>
                  </a:moveTo>
                  <a:cubicBezTo>
                    <a:pt x="1699556" y="961282"/>
                    <a:pt x="1708330" y="1139882"/>
                    <a:pt x="1827031" y="1139882"/>
                  </a:cubicBezTo>
                  <a:cubicBezTo>
                    <a:pt x="1957811" y="1138420"/>
                    <a:pt x="1947957" y="938337"/>
                    <a:pt x="1817685" y="949650"/>
                  </a:cubicBezTo>
                  <a:close/>
                  <a:moveTo>
                    <a:pt x="1761990" y="2491334"/>
                  </a:moveTo>
                  <a:cubicBezTo>
                    <a:pt x="1892707" y="2489745"/>
                    <a:pt x="1882789" y="2289725"/>
                    <a:pt x="1752580" y="2301102"/>
                  </a:cubicBezTo>
                  <a:cubicBezTo>
                    <a:pt x="1634388" y="2312734"/>
                    <a:pt x="1643289" y="2491334"/>
                    <a:pt x="1761990" y="2491334"/>
                  </a:cubicBezTo>
                  <a:close/>
                  <a:moveTo>
                    <a:pt x="722863" y="4567103"/>
                  </a:moveTo>
                  <a:cubicBezTo>
                    <a:pt x="592591" y="4555789"/>
                    <a:pt x="582990" y="4755682"/>
                    <a:pt x="713453" y="4757334"/>
                  </a:cubicBezTo>
                  <a:cubicBezTo>
                    <a:pt x="832154" y="4757334"/>
                    <a:pt x="841119" y="4578734"/>
                    <a:pt x="722863" y="4567103"/>
                  </a:cubicBezTo>
                  <a:close/>
                  <a:moveTo>
                    <a:pt x="4272069" y="190694"/>
                  </a:moveTo>
                  <a:cubicBezTo>
                    <a:pt x="4402786" y="189105"/>
                    <a:pt x="4392868" y="-10851"/>
                    <a:pt x="4262659" y="463"/>
                  </a:cubicBezTo>
                  <a:cubicBezTo>
                    <a:pt x="4144467" y="12157"/>
                    <a:pt x="4153304" y="190758"/>
                    <a:pt x="4272069" y="190694"/>
                  </a:cubicBezTo>
                  <a:close/>
                  <a:moveTo>
                    <a:pt x="84153" y="3888675"/>
                  </a:moveTo>
                  <a:cubicBezTo>
                    <a:pt x="-33721" y="3900434"/>
                    <a:pt x="-25138" y="4079352"/>
                    <a:pt x="93436" y="4079352"/>
                  </a:cubicBezTo>
                  <a:cubicBezTo>
                    <a:pt x="224280" y="4077445"/>
                    <a:pt x="214235" y="3877425"/>
                    <a:pt x="84153" y="3888675"/>
                  </a:cubicBezTo>
                  <a:close/>
                  <a:moveTo>
                    <a:pt x="489339" y="5693238"/>
                  </a:moveTo>
                  <a:cubicBezTo>
                    <a:pt x="371210" y="5704679"/>
                    <a:pt x="379984" y="5883470"/>
                    <a:pt x="498685" y="5883407"/>
                  </a:cubicBezTo>
                  <a:cubicBezTo>
                    <a:pt x="629403" y="5882135"/>
                    <a:pt x="619611" y="5681925"/>
                    <a:pt x="489339" y="5693366"/>
                  </a:cubicBezTo>
                  <a:close/>
                  <a:moveTo>
                    <a:pt x="2214860" y="5039345"/>
                  </a:moveTo>
                  <a:cubicBezTo>
                    <a:pt x="2096731" y="5050976"/>
                    <a:pt x="2105504" y="5229576"/>
                    <a:pt x="2224206" y="5229576"/>
                  </a:cubicBezTo>
                  <a:cubicBezTo>
                    <a:pt x="2354923" y="5228178"/>
                    <a:pt x="2345132" y="5028222"/>
                    <a:pt x="2214860" y="5039472"/>
                  </a:cubicBezTo>
                  <a:close/>
                  <a:moveTo>
                    <a:pt x="4448054" y="5922813"/>
                  </a:moveTo>
                  <a:cubicBezTo>
                    <a:pt x="4329862" y="5934444"/>
                    <a:pt x="4338763" y="6113108"/>
                    <a:pt x="4457464" y="6113044"/>
                  </a:cubicBezTo>
                  <a:cubicBezTo>
                    <a:pt x="4588435" y="6111774"/>
                    <a:pt x="4578326" y="5911754"/>
                    <a:pt x="4448054" y="5923067"/>
                  </a:cubicBezTo>
                  <a:close/>
                  <a:moveTo>
                    <a:pt x="4267491" y="1896804"/>
                  </a:moveTo>
                  <a:cubicBezTo>
                    <a:pt x="4149299" y="1908372"/>
                    <a:pt x="4158136" y="2086973"/>
                    <a:pt x="4276837" y="2087036"/>
                  </a:cubicBezTo>
                  <a:cubicBezTo>
                    <a:pt x="4407554" y="2085765"/>
                    <a:pt x="4397700" y="1885682"/>
                    <a:pt x="4267491" y="1897059"/>
                  </a:cubicBezTo>
                  <a:close/>
                  <a:moveTo>
                    <a:pt x="4153050" y="722301"/>
                  </a:moveTo>
                  <a:cubicBezTo>
                    <a:pt x="4283831" y="720775"/>
                    <a:pt x="4273849" y="520755"/>
                    <a:pt x="4143704" y="532069"/>
                  </a:cubicBezTo>
                  <a:cubicBezTo>
                    <a:pt x="4025384" y="543954"/>
                    <a:pt x="4034222" y="722491"/>
                    <a:pt x="4152923" y="722555"/>
                  </a:cubicBezTo>
                  <a:close/>
                  <a:moveTo>
                    <a:pt x="4144848" y="4439731"/>
                  </a:moveTo>
                  <a:cubicBezTo>
                    <a:pt x="4026719" y="4451362"/>
                    <a:pt x="4035557" y="4629962"/>
                    <a:pt x="4154258" y="4629962"/>
                  </a:cubicBezTo>
                  <a:cubicBezTo>
                    <a:pt x="4284975" y="4628373"/>
                    <a:pt x="4275184" y="4428417"/>
                    <a:pt x="4144848" y="4439731"/>
                  </a:cubicBezTo>
                  <a:close/>
                  <a:moveTo>
                    <a:pt x="4591233" y="5427499"/>
                  </a:moveTo>
                  <a:cubicBezTo>
                    <a:pt x="4461278" y="5416058"/>
                    <a:pt x="4451042" y="5616269"/>
                    <a:pt x="4582078" y="5617476"/>
                  </a:cubicBezTo>
                  <a:cubicBezTo>
                    <a:pt x="4700524" y="5617858"/>
                    <a:pt x="4709235" y="5439067"/>
                    <a:pt x="4591233" y="5427499"/>
                  </a:cubicBezTo>
                  <a:close/>
                  <a:moveTo>
                    <a:pt x="4806955" y="4171957"/>
                  </a:moveTo>
                  <a:cubicBezTo>
                    <a:pt x="4676746" y="4160580"/>
                    <a:pt x="4667082" y="4360600"/>
                    <a:pt x="4797609" y="4362189"/>
                  </a:cubicBezTo>
                  <a:cubicBezTo>
                    <a:pt x="4916373" y="4362189"/>
                    <a:pt x="4925401" y="4183589"/>
                    <a:pt x="4806955" y="4171957"/>
                  </a:cubicBezTo>
                  <a:close/>
                  <a:moveTo>
                    <a:pt x="3486302" y="1201216"/>
                  </a:moveTo>
                  <a:cubicBezTo>
                    <a:pt x="3605003" y="1201216"/>
                    <a:pt x="3613841" y="1022616"/>
                    <a:pt x="3495648" y="1010985"/>
                  </a:cubicBezTo>
                  <a:cubicBezTo>
                    <a:pt x="3365439" y="999608"/>
                    <a:pt x="3355585" y="1199627"/>
                    <a:pt x="3486302" y="1201216"/>
                  </a:cubicBezTo>
                  <a:close/>
                  <a:moveTo>
                    <a:pt x="2813387" y="534738"/>
                  </a:moveTo>
                  <a:cubicBezTo>
                    <a:pt x="2695259" y="546370"/>
                    <a:pt x="2704032" y="724906"/>
                    <a:pt x="2822734" y="724970"/>
                  </a:cubicBezTo>
                  <a:cubicBezTo>
                    <a:pt x="2953451" y="723445"/>
                    <a:pt x="2943660" y="523425"/>
                    <a:pt x="2813387" y="534738"/>
                  </a:cubicBezTo>
                  <a:close/>
                  <a:moveTo>
                    <a:pt x="3045640" y="3211646"/>
                  </a:moveTo>
                  <a:cubicBezTo>
                    <a:pt x="2927447" y="3223278"/>
                    <a:pt x="2936285" y="3401878"/>
                    <a:pt x="3055049" y="3401878"/>
                  </a:cubicBezTo>
                  <a:cubicBezTo>
                    <a:pt x="3185767" y="3400289"/>
                    <a:pt x="3175848" y="3200333"/>
                    <a:pt x="3045640" y="3211646"/>
                  </a:cubicBezTo>
                  <a:close/>
                  <a:moveTo>
                    <a:pt x="3521080" y="4894812"/>
                  </a:moveTo>
                  <a:cubicBezTo>
                    <a:pt x="3390871" y="4883499"/>
                    <a:pt x="3381207" y="5083518"/>
                    <a:pt x="3511734" y="5085044"/>
                  </a:cubicBezTo>
                  <a:cubicBezTo>
                    <a:pt x="3630498" y="5085044"/>
                    <a:pt x="3639272" y="4906507"/>
                    <a:pt x="3521080" y="4894812"/>
                  </a:cubicBezTo>
                  <a:close/>
                  <a:moveTo>
                    <a:pt x="3706220" y="5642900"/>
                  </a:moveTo>
                  <a:cubicBezTo>
                    <a:pt x="3581606" y="5643599"/>
                    <a:pt x="3581606" y="5832877"/>
                    <a:pt x="3706220" y="5833576"/>
                  </a:cubicBezTo>
                  <a:cubicBezTo>
                    <a:pt x="3830834" y="5832941"/>
                    <a:pt x="3830897" y="5643662"/>
                    <a:pt x="3706220" y="5642900"/>
                  </a:cubicBezTo>
                  <a:close/>
                  <a:moveTo>
                    <a:pt x="2673642" y="3056499"/>
                  </a:moveTo>
                  <a:cubicBezTo>
                    <a:pt x="2555513" y="3068131"/>
                    <a:pt x="2564351" y="3246731"/>
                    <a:pt x="2683051" y="3246731"/>
                  </a:cubicBezTo>
                  <a:cubicBezTo>
                    <a:pt x="2813769" y="3245206"/>
                    <a:pt x="2803914" y="3045186"/>
                    <a:pt x="2673642" y="3056499"/>
                  </a:cubicBezTo>
                  <a:close/>
                </a:path>
              </a:pathLst>
            </a:custGeom>
            <a:solidFill>
              <a:srgbClr val="004591">
                <a:alpha val="4310"/>
              </a:srgbClr>
            </a:solid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182" name="Google Shape;182;g3c9d1bd252f_0_467"/>
          <p:cNvSpPr txBox="1"/>
          <p:nvPr>
            <p:ph type="title"/>
          </p:nvPr>
        </p:nvSpPr>
        <p:spPr>
          <a:xfrm>
            <a:off x="1140400" y="1114667"/>
            <a:ext cx="9911100" cy="5283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4000"/>
              <a:buNone/>
              <a:defRPr/>
            </a:lvl1pPr>
            <a:lvl2pPr lvl="1" algn="l">
              <a:lnSpc>
                <a:spcPct val="90000"/>
              </a:lnSpc>
              <a:spcBef>
                <a:spcPts val="0"/>
              </a:spcBef>
              <a:spcAft>
                <a:spcPts val="0"/>
              </a:spcAft>
              <a:buSzPts val="4000"/>
              <a:buNone/>
              <a:defRPr/>
            </a:lvl2pPr>
            <a:lvl3pPr lvl="2" algn="l">
              <a:lnSpc>
                <a:spcPct val="90000"/>
              </a:lnSpc>
              <a:spcBef>
                <a:spcPts val="0"/>
              </a:spcBef>
              <a:spcAft>
                <a:spcPts val="0"/>
              </a:spcAft>
              <a:buSzPts val="4000"/>
              <a:buNone/>
              <a:defRPr/>
            </a:lvl3pPr>
            <a:lvl4pPr lvl="3" algn="l">
              <a:lnSpc>
                <a:spcPct val="90000"/>
              </a:lnSpc>
              <a:spcBef>
                <a:spcPts val="0"/>
              </a:spcBef>
              <a:spcAft>
                <a:spcPts val="0"/>
              </a:spcAft>
              <a:buSzPts val="4000"/>
              <a:buNone/>
              <a:defRPr/>
            </a:lvl4pPr>
            <a:lvl5pPr lvl="4" algn="l">
              <a:lnSpc>
                <a:spcPct val="90000"/>
              </a:lnSpc>
              <a:spcBef>
                <a:spcPts val="0"/>
              </a:spcBef>
              <a:spcAft>
                <a:spcPts val="0"/>
              </a:spcAft>
              <a:buSzPts val="4000"/>
              <a:buNone/>
              <a:defRPr/>
            </a:lvl5pPr>
            <a:lvl6pPr lvl="5" algn="l">
              <a:lnSpc>
                <a:spcPct val="90000"/>
              </a:lnSpc>
              <a:spcBef>
                <a:spcPts val="0"/>
              </a:spcBef>
              <a:spcAft>
                <a:spcPts val="0"/>
              </a:spcAft>
              <a:buSzPts val="4000"/>
              <a:buNone/>
              <a:defRPr/>
            </a:lvl6pPr>
            <a:lvl7pPr lvl="6" algn="l">
              <a:lnSpc>
                <a:spcPct val="90000"/>
              </a:lnSpc>
              <a:spcBef>
                <a:spcPts val="0"/>
              </a:spcBef>
              <a:spcAft>
                <a:spcPts val="0"/>
              </a:spcAft>
              <a:buSzPts val="4000"/>
              <a:buNone/>
              <a:defRPr/>
            </a:lvl7pPr>
            <a:lvl8pPr lvl="7" algn="l">
              <a:lnSpc>
                <a:spcPct val="90000"/>
              </a:lnSpc>
              <a:spcBef>
                <a:spcPts val="0"/>
              </a:spcBef>
              <a:spcAft>
                <a:spcPts val="0"/>
              </a:spcAft>
              <a:buSzPts val="4000"/>
              <a:buNone/>
              <a:defRPr/>
            </a:lvl8pPr>
            <a:lvl9pPr lvl="8" algn="l">
              <a:lnSpc>
                <a:spcPct val="90000"/>
              </a:lnSpc>
              <a:spcBef>
                <a:spcPts val="0"/>
              </a:spcBef>
              <a:spcAft>
                <a:spcPts val="0"/>
              </a:spcAft>
              <a:buSzPts val="4000"/>
              <a:buNone/>
              <a:defRPr/>
            </a:lvl9pPr>
          </a:lstStyle>
          <a:p/>
        </p:txBody>
      </p:sp>
      <p:sp>
        <p:nvSpPr>
          <p:cNvPr id="183" name="Google Shape;183;g3c9d1bd252f_0_467"/>
          <p:cNvSpPr txBox="1"/>
          <p:nvPr>
            <p:ph idx="1" type="body"/>
          </p:nvPr>
        </p:nvSpPr>
        <p:spPr>
          <a:xfrm>
            <a:off x="1140400" y="1906867"/>
            <a:ext cx="3087600" cy="4426500"/>
          </a:xfrm>
          <a:prstGeom prst="rect">
            <a:avLst/>
          </a:prstGeom>
          <a:noFill/>
          <a:ln>
            <a:noFill/>
          </a:ln>
        </p:spPr>
        <p:txBody>
          <a:bodyPr anchorCtr="0" anchor="t" bIns="0" lIns="0" spcFirstLastPara="1" rIns="0" wrap="square" tIns="0">
            <a:noAutofit/>
          </a:bodyPr>
          <a:lstStyle>
            <a:lvl1pPr indent="-381000" lvl="0" marL="457200" algn="l">
              <a:lnSpc>
                <a:spcPct val="100000"/>
              </a:lnSpc>
              <a:spcBef>
                <a:spcPts val="0"/>
              </a:spcBef>
              <a:spcAft>
                <a:spcPts val="0"/>
              </a:spcAft>
              <a:buSzPts val="2400"/>
              <a:buChar char="●"/>
              <a:defRPr sz="2400"/>
            </a:lvl1pPr>
            <a:lvl2pPr indent="-381000" lvl="1" marL="914400" algn="l">
              <a:lnSpc>
                <a:spcPct val="100000"/>
              </a:lnSpc>
              <a:spcBef>
                <a:spcPts val="800"/>
              </a:spcBef>
              <a:spcAft>
                <a:spcPts val="0"/>
              </a:spcAft>
              <a:buSzPts val="2400"/>
              <a:buChar char="○"/>
              <a:defRPr sz="2400"/>
            </a:lvl2pPr>
            <a:lvl3pPr indent="-381000" lvl="2" marL="1371600" algn="l">
              <a:lnSpc>
                <a:spcPct val="100000"/>
              </a:lnSpc>
              <a:spcBef>
                <a:spcPts val="800"/>
              </a:spcBef>
              <a:spcAft>
                <a:spcPts val="0"/>
              </a:spcAft>
              <a:buSzPts val="2400"/>
              <a:buChar char="■"/>
              <a:defRPr sz="2400"/>
            </a:lvl3pPr>
            <a:lvl4pPr indent="-381000" lvl="3" marL="1828800" algn="l">
              <a:lnSpc>
                <a:spcPct val="100000"/>
              </a:lnSpc>
              <a:spcBef>
                <a:spcPts val="800"/>
              </a:spcBef>
              <a:spcAft>
                <a:spcPts val="0"/>
              </a:spcAft>
              <a:buSzPts val="2400"/>
              <a:buChar char="●"/>
              <a:defRPr sz="2400"/>
            </a:lvl4pPr>
            <a:lvl5pPr indent="-381000" lvl="4" marL="2286000" algn="l">
              <a:lnSpc>
                <a:spcPct val="100000"/>
              </a:lnSpc>
              <a:spcBef>
                <a:spcPts val="800"/>
              </a:spcBef>
              <a:spcAft>
                <a:spcPts val="0"/>
              </a:spcAft>
              <a:buSzPts val="2400"/>
              <a:buChar char="○"/>
              <a:defRPr sz="2400"/>
            </a:lvl5pPr>
            <a:lvl6pPr indent="-381000" lvl="5" marL="2743200" algn="l">
              <a:lnSpc>
                <a:spcPct val="100000"/>
              </a:lnSpc>
              <a:spcBef>
                <a:spcPts val="800"/>
              </a:spcBef>
              <a:spcAft>
                <a:spcPts val="0"/>
              </a:spcAft>
              <a:buSzPts val="2400"/>
              <a:buChar char="■"/>
              <a:defRPr sz="2400"/>
            </a:lvl6pPr>
            <a:lvl7pPr indent="-381000" lvl="6" marL="3200400" algn="l">
              <a:lnSpc>
                <a:spcPct val="100000"/>
              </a:lnSpc>
              <a:spcBef>
                <a:spcPts val="800"/>
              </a:spcBef>
              <a:spcAft>
                <a:spcPts val="0"/>
              </a:spcAft>
              <a:buSzPts val="2400"/>
              <a:buChar char="●"/>
              <a:defRPr sz="2400"/>
            </a:lvl7pPr>
            <a:lvl8pPr indent="-381000" lvl="7" marL="3657600" algn="l">
              <a:lnSpc>
                <a:spcPct val="100000"/>
              </a:lnSpc>
              <a:spcBef>
                <a:spcPts val="800"/>
              </a:spcBef>
              <a:spcAft>
                <a:spcPts val="0"/>
              </a:spcAft>
              <a:buSzPts val="2400"/>
              <a:buChar char="○"/>
              <a:defRPr sz="2400"/>
            </a:lvl8pPr>
            <a:lvl9pPr indent="-381000" lvl="8" marL="4114800" algn="l">
              <a:lnSpc>
                <a:spcPct val="100000"/>
              </a:lnSpc>
              <a:spcBef>
                <a:spcPts val="800"/>
              </a:spcBef>
              <a:spcAft>
                <a:spcPts val="800"/>
              </a:spcAft>
              <a:buSzPts val="2400"/>
              <a:buChar char="■"/>
              <a:defRPr sz="2400"/>
            </a:lvl9pPr>
          </a:lstStyle>
          <a:p/>
        </p:txBody>
      </p:sp>
      <p:sp>
        <p:nvSpPr>
          <p:cNvPr id="184" name="Google Shape;184;g3c9d1bd252f_0_467"/>
          <p:cNvSpPr txBox="1"/>
          <p:nvPr>
            <p:ph idx="2" type="body"/>
          </p:nvPr>
        </p:nvSpPr>
        <p:spPr>
          <a:xfrm>
            <a:off x="4552281" y="1906867"/>
            <a:ext cx="3087600" cy="4426500"/>
          </a:xfrm>
          <a:prstGeom prst="rect">
            <a:avLst/>
          </a:prstGeom>
          <a:noFill/>
          <a:ln>
            <a:noFill/>
          </a:ln>
        </p:spPr>
        <p:txBody>
          <a:bodyPr anchorCtr="0" anchor="t" bIns="0" lIns="0" spcFirstLastPara="1" rIns="0" wrap="square" tIns="0">
            <a:noAutofit/>
          </a:bodyPr>
          <a:lstStyle>
            <a:lvl1pPr indent="-381000" lvl="0" marL="457200" algn="l">
              <a:lnSpc>
                <a:spcPct val="100000"/>
              </a:lnSpc>
              <a:spcBef>
                <a:spcPts val="0"/>
              </a:spcBef>
              <a:spcAft>
                <a:spcPts val="0"/>
              </a:spcAft>
              <a:buSzPts val="2400"/>
              <a:buChar char="●"/>
              <a:defRPr sz="2400"/>
            </a:lvl1pPr>
            <a:lvl2pPr indent="-381000" lvl="1" marL="914400" algn="l">
              <a:lnSpc>
                <a:spcPct val="100000"/>
              </a:lnSpc>
              <a:spcBef>
                <a:spcPts val="800"/>
              </a:spcBef>
              <a:spcAft>
                <a:spcPts val="0"/>
              </a:spcAft>
              <a:buSzPts val="2400"/>
              <a:buChar char="○"/>
              <a:defRPr sz="2400"/>
            </a:lvl2pPr>
            <a:lvl3pPr indent="-381000" lvl="2" marL="1371600" algn="l">
              <a:lnSpc>
                <a:spcPct val="100000"/>
              </a:lnSpc>
              <a:spcBef>
                <a:spcPts val="800"/>
              </a:spcBef>
              <a:spcAft>
                <a:spcPts val="0"/>
              </a:spcAft>
              <a:buSzPts val="2400"/>
              <a:buChar char="■"/>
              <a:defRPr sz="2400"/>
            </a:lvl3pPr>
            <a:lvl4pPr indent="-381000" lvl="3" marL="1828800" algn="l">
              <a:lnSpc>
                <a:spcPct val="100000"/>
              </a:lnSpc>
              <a:spcBef>
                <a:spcPts val="800"/>
              </a:spcBef>
              <a:spcAft>
                <a:spcPts val="0"/>
              </a:spcAft>
              <a:buSzPts val="2400"/>
              <a:buChar char="●"/>
              <a:defRPr sz="2400"/>
            </a:lvl4pPr>
            <a:lvl5pPr indent="-381000" lvl="4" marL="2286000" algn="l">
              <a:lnSpc>
                <a:spcPct val="100000"/>
              </a:lnSpc>
              <a:spcBef>
                <a:spcPts val="800"/>
              </a:spcBef>
              <a:spcAft>
                <a:spcPts val="0"/>
              </a:spcAft>
              <a:buSzPts val="2400"/>
              <a:buChar char="○"/>
              <a:defRPr sz="2400"/>
            </a:lvl5pPr>
            <a:lvl6pPr indent="-381000" lvl="5" marL="2743200" algn="l">
              <a:lnSpc>
                <a:spcPct val="100000"/>
              </a:lnSpc>
              <a:spcBef>
                <a:spcPts val="800"/>
              </a:spcBef>
              <a:spcAft>
                <a:spcPts val="0"/>
              </a:spcAft>
              <a:buSzPts val="2400"/>
              <a:buChar char="■"/>
              <a:defRPr sz="2400"/>
            </a:lvl6pPr>
            <a:lvl7pPr indent="-381000" lvl="6" marL="3200400" algn="l">
              <a:lnSpc>
                <a:spcPct val="100000"/>
              </a:lnSpc>
              <a:spcBef>
                <a:spcPts val="800"/>
              </a:spcBef>
              <a:spcAft>
                <a:spcPts val="0"/>
              </a:spcAft>
              <a:buSzPts val="2400"/>
              <a:buChar char="●"/>
              <a:defRPr sz="2400"/>
            </a:lvl7pPr>
            <a:lvl8pPr indent="-381000" lvl="7" marL="3657600" algn="l">
              <a:lnSpc>
                <a:spcPct val="100000"/>
              </a:lnSpc>
              <a:spcBef>
                <a:spcPts val="800"/>
              </a:spcBef>
              <a:spcAft>
                <a:spcPts val="0"/>
              </a:spcAft>
              <a:buSzPts val="2400"/>
              <a:buChar char="○"/>
              <a:defRPr sz="2400"/>
            </a:lvl8pPr>
            <a:lvl9pPr indent="-381000" lvl="8" marL="4114800" algn="l">
              <a:lnSpc>
                <a:spcPct val="100000"/>
              </a:lnSpc>
              <a:spcBef>
                <a:spcPts val="800"/>
              </a:spcBef>
              <a:spcAft>
                <a:spcPts val="800"/>
              </a:spcAft>
              <a:buSzPts val="2400"/>
              <a:buChar char="■"/>
              <a:defRPr sz="2400"/>
            </a:lvl9pPr>
          </a:lstStyle>
          <a:p/>
        </p:txBody>
      </p:sp>
      <p:sp>
        <p:nvSpPr>
          <p:cNvPr id="185" name="Google Shape;185;g3c9d1bd252f_0_467"/>
          <p:cNvSpPr txBox="1"/>
          <p:nvPr>
            <p:ph idx="3" type="body"/>
          </p:nvPr>
        </p:nvSpPr>
        <p:spPr>
          <a:xfrm>
            <a:off x="7964163" y="1906867"/>
            <a:ext cx="3087600" cy="4426500"/>
          </a:xfrm>
          <a:prstGeom prst="rect">
            <a:avLst/>
          </a:prstGeom>
          <a:noFill/>
          <a:ln>
            <a:noFill/>
          </a:ln>
        </p:spPr>
        <p:txBody>
          <a:bodyPr anchorCtr="0" anchor="t" bIns="0" lIns="0" spcFirstLastPara="1" rIns="0" wrap="square" tIns="0">
            <a:noAutofit/>
          </a:bodyPr>
          <a:lstStyle>
            <a:lvl1pPr indent="-381000" lvl="0" marL="457200" algn="l">
              <a:lnSpc>
                <a:spcPct val="100000"/>
              </a:lnSpc>
              <a:spcBef>
                <a:spcPts val="0"/>
              </a:spcBef>
              <a:spcAft>
                <a:spcPts val="0"/>
              </a:spcAft>
              <a:buSzPts val="2400"/>
              <a:buChar char="●"/>
              <a:defRPr sz="2400"/>
            </a:lvl1pPr>
            <a:lvl2pPr indent="-381000" lvl="1" marL="914400" algn="l">
              <a:lnSpc>
                <a:spcPct val="100000"/>
              </a:lnSpc>
              <a:spcBef>
                <a:spcPts val="800"/>
              </a:spcBef>
              <a:spcAft>
                <a:spcPts val="0"/>
              </a:spcAft>
              <a:buSzPts val="2400"/>
              <a:buChar char="○"/>
              <a:defRPr sz="2400"/>
            </a:lvl2pPr>
            <a:lvl3pPr indent="-381000" lvl="2" marL="1371600" algn="l">
              <a:lnSpc>
                <a:spcPct val="100000"/>
              </a:lnSpc>
              <a:spcBef>
                <a:spcPts val="800"/>
              </a:spcBef>
              <a:spcAft>
                <a:spcPts val="0"/>
              </a:spcAft>
              <a:buSzPts val="2400"/>
              <a:buChar char="■"/>
              <a:defRPr sz="2400"/>
            </a:lvl3pPr>
            <a:lvl4pPr indent="-381000" lvl="3" marL="1828800" algn="l">
              <a:lnSpc>
                <a:spcPct val="100000"/>
              </a:lnSpc>
              <a:spcBef>
                <a:spcPts val="800"/>
              </a:spcBef>
              <a:spcAft>
                <a:spcPts val="0"/>
              </a:spcAft>
              <a:buSzPts val="2400"/>
              <a:buChar char="●"/>
              <a:defRPr sz="2400"/>
            </a:lvl4pPr>
            <a:lvl5pPr indent="-381000" lvl="4" marL="2286000" algn="l">
              <a:lnSpc>
                <a:spcPct val="100000"/>
              </a:lnSpc>
              <a:spcBef>
                <a:spcPts val="800"/>
              </a:spcBef>
              <a:spcAft>
                <a:spcPts val="0"/>
              </a:spcAft>
              <a:buSzPts val="2400"/>
              <a:buChar char="○"/>
              <a:defRPr sz="2400"/>
            </a:lvl5pPr>
            <a:lvl6pPr indent="-381000" lvl="5" marL="2743200" algn="l">
              <a:lnSpc>
                <a:spcPct val="100000"/>
              </a:lnSpc>
              <a:spcBef>
                <a:spcPts val="800"/>
              </a:spcBef>
              <a:spcAft>
                <a:spcPts val="0"/>
              </a:spcAft>
              <a:buSzPts val="2400"/>
              <a:buChar char="■"/>
              <a:defRPr sz="2400"/>
            </a:lvl6pPr>
            <a:lvl7pPr indent="-381000" lvl="6" marL="3200400" algn="l">
              <a:lnSpc>
                <a:spcPct val="100000"/>
              </a:lnSpc>
              <a:spcBef>
                <a:spcPts val="800"/>
              </a:spcBef>
              <a:spcAft>
                <a:spcPts val="0"/>
              </a:spcAft>
              <a:buSzPts val="2400"/>
              <a:buChar char="●"/>
              <a:defRPr sz="2400"/>
            </a:lvl7pPr>
            <a:lvl8pPr indent="-381000" lvl="7" marL="3657600" algn="l">
              <a:lnSpc>
                <a:spcPct val="100000"/>
              </a:lnSpc>
              <a:spcBef>
                <a:spcPts val="800"/>
              </a:spcBef>
              <a:spcAft>
                <a:spcPts val="0"/>
              </a:spcAft>
              <a:buSzPts val="2400"/>
              <a:buChar char="○"/>
              <a:defRPr sz="2400"/>
            </a:lvl8pPr>
            <a:lvl9pPr indent="-381000" lvl="8" marL="4114800" algn="l">
              <a:lnSpc>
                <a:spcPct val="100000"/>
              </a:lnSpc>
              <a:spcBef>
                <a:spcPts val="800"/>
              </a:spcBef>
              <a:spcAft>
                <a:spcPts val="800"/>
              </a:spcAft>
              <a:buSzPts val="2400"/>
              <a:buChar char="■"/>
              <a:defRPr sz="2400"/>
            </a:lvl9pPr>
          </a:lstStyle>
          <a:p/>
        </p:txBody>
      </p:sp>
      <p:sp>
        <p:nvSpPr>
          <p:cNvPr id="186" name="Google Shape;186;g3c9d1bd252f_0_467"/>
          <p:cNvSpPr txBox="1"/>
          <p:nvPr>
            <p:ph idx="12" type="sldNum"/>
          </p:nvPr>
        </p:nvSpPr>
        <p:spPr>
          <a:xfrm>
            <a:off x="11307445" y="6333135"/>
            <a:ext cx="731700" cy="5247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700"/>
              <a:buFont typeface="Arial"/>
              <a:buNone/>
              <a:defRPr b="1" i="0" sz="1700" u="none" cap="none" strike="noStrike">
                <a:solidFill>
                  <a:schemeClr val="dk2"/>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700"/>
              <a:buFont typeface="Arial"/>
              <a:buNone/>
              <a:defRPr b="1" i="0" sz="1700" u="none" cap="none" strike="noStrike">
                <a:solidFill>
                  <a:schemeClr val="dk2"/>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700"/>
              <a:buFont typeface="Arial"/>
              <a:buNone/>
              <a:defRPr b="1" i="0" sz="1700" u="none" cap="none" strike="noStrike">
                <a:solidFill>
                  <a:schemeClr val="dk2"/>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700"/>
              <a:buFont typeface="Arial"/>
              <a:buNone/>
              <a:defRPr b="1" i="0" sz="1700" u="none" cap="none" strike="noStrike">
                <a:solidFill>
                  <a:schemeClr val="dk2"/>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700"/>
              <a:buFont typeface="Arial"/>
              <a:buNone/>
              <a:defRPr b="1" i="0" sz="1700" u="none" cap="none" strike="noStrike">
                <a:solidFill>
                  <a:schemeClr val="dk2"/>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700"/>
              <a:buFont typeface="Arial"/>
              <a:buNone/>
              <a:defRPr b="1" i="0" sz="1700" u="none" cap="none" strike="noStrike">
                <a:solidFill>
                  <a:schemeClr val="dk2"/>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700"/>
              <a:buFont typeface="Arial"/>
              <a:buNone/>
              <a:defRPr b="1" i="0" sz="1700" u="none" cap="none" strike="noStrike">
                <a:solidFill>
                  <a:schemeClr val="dk2"/>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700"/>
              <a:buFont typeface="Arial"/>
              <a:buNone/>
              <a:defRPr b="1" i="0" sz="1700" u="none" cap="none" strike="noStrike">
                <a:solidFill>
                  <a:schemeClr val="dk2"/>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700"/>
              <a:buFont typeface="Arial"/>
              <a:buNone/>
              <a:defRPr b="1" i="0" sz="1700" u="none" cap="none" strike="noStrike">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3.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 name="Shape 94"/>
        <p:cNvGrpSpPr/>
        <p:nvPr/>
      </p:nvGrpSpPr>
      <p:grpSpPr>
        <a:xfrm>
          <a:off x="0" y="0"/>
          <a:ext cx="0" cy="0"/>
          <a:chOff x="0" y="0"/>
          <a:chExt cx="0" cy="0"/>
        </a:xfrm>
      </p:grpSpPr>
      <p:sp>
        <p:nvSpPr>
          <p:cNvPr id="95" name="Google Shape;95;g3c9d1bd252f_0_38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6" name="Google Shape;96;g3c9d1bd252f_0_38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7" name="Google Shape;97;g3c9d1bd252f_0_38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8" name="Google Shape;98;g3c9d1bd252f_0_38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9" name="Google Shape;99;g3c9d1bd252f_0_38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3c834546b9a_0_17"/>
          <p:cNvSpPr txBox="1"/>
          <p:nvPr>
            <p:ph type="ctrTitle"/>
          </p:nvPr>
        </p:nvSpPr>
        <p:spPr>
          <a:xfrm>
            <a:off x="307950" y="2644050"/>
            <a:ext cx="11576100" cy="15699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SzPts val="990"/>
              <a:buNone/>
            </a:pPr>
            <a:r>
              <a:rPr lang="en-US" sz="6200"/>
              <a:t>How to have conversations about climate change</a:t>
            </a:r>
            <a:endParaRPr b="1" sz="6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c9d1bd252f_0_33"/>
          <p:cNvSpPr txBox="1"/>
          <p:nvPr>
            <p:ph type="ctrTitle"/>
          </p:nvPr>
        </p:nvSpPr>
        <p:spPr>
          <a:xfrm>
            <a:off x="307950" y="495450"/>
            <a:ext cx="11576100" cy="58671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Monday, we talking about the </a:t>
            </a:r>
            <a:r>
              <a:rPr b="1" lang="en-US"/>
              <a:t>inequalities of climate change</a:t>
            </a:r>
            <a:r>
              <a:rPr lang="en-US"/>
              <a:t>. Wednesday, we explored our </a:t>
            </a:r>
            <a:r>
              <a:rPr b="1" lang="en-US"/>
              <a:t>personal observations of change</a:t>
            </a:r>
            <a:r>
              <a:rPr lang="en-US"/>
              <a:t>, learned the </a:t>
            </a:r>
            <a:r>
              <a:rPr b="1" lang="en-US"/>
              <a:t>power of </a:t>
            </a:r>
            <a:r>
              <a:rPr b="1" lang="en-US"/>
              <a:t>storytelling</a:t>
            </a:r>
            <a:r>
              <a:rPr lang="en-US"/>
              <a:t>, and using our </a:t>
            </a:r>
            <a:r>
              <a:rPr b="1" lang="en-US"/>
              <a:t>own experiences in communication</a:t>
            </a:r>
            <a:r>
              <a:rPr lang="en-US"/>
              <a:t>.</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3c9d1bd252f_0_37"/>
          <p:cNvSpPr txBox="1"/>
          <p:nvPr/>
        </p:nvSpPr>
        <p:spPr>
          <a:xfrm>
            <a:off x="75475" y="79075"/>
            <a:ext cx="5903700" cy="666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000">
                <a:solidFill>
                  <a:srgbClr val="1B1B1B"/>
                </a:solidFill>
                <a:highlight>
                  <a:srgbClr val="FFFCF8"/>
                </a:highlight>
                <a:latin typeface="Albert Sans"/>
                <a:ea typeface="Albert Sans"/>
                <a:cs typeface="Albert Sans"/>
                <a:sym typeface="Albert Sans"/>
              </a:rPr>
              <a:t>“One of the major things that's been holding us back from implementing all these solutions we have at our fingertips is people not being able to see that it's worth it”</a:t>
            </a:r>
            <a:endParaRPr sz="4000">
              <a:solidFill>
                <a:srgbClr val="1B1B1B"/>
              </a:solidFill>
              <a:highlight>
                <a:srgbClr val="FFFCF8"/>
              </a:highlight>
              <a:latin typeface="Albert Sans"/>
              <a:ea typeface="Albert Sans"/>
              <a:cs typeface="Albert Sans"/>
              <a:sym typeface="Albert Sans"/>
            </a:endParaRPr>
          </a:p>
          <a:p>
            <a:pPr indent="0" lvl="0" marL="0" rtl="0" algn="l">
              <a:spcBef>
                <a:spcPts val="0"/>
              </a:spcBef>
              <a:spcAft>
                <a:spcPts val="0"/>
              </a:spcAft>
              <a:buNone/>
            </a:pPr>
            <a:r>
              <a:t/>
            </a:r>
            <a:endParaRPr sz="4000">
              <a:solidFill>
                <a:srgbClr val="1B1B1B"/>
              </a:solidFill>
              <a:highlight>
                <a:srgbClr val="FFFCF8"/>
              </a:highlight>
              <a:latin typeface="Albert Sans"/>
              <a:ea typeface="Albert Sans"/>
              <a:cs typeface="Albert Sans"/>
              <a:sym typeface="Albert Sans"/>
            </a:endParaRPr>
          </a:p>
          <a:p>
            <a:pPr indent="-482600" lvl="0" marL="457200" rtl="0" algn="l">
              <a:spcBef>
                <a:spcPts val="0"/>
              </a:spcBef>
              <a:spcAft>
                <a:spcPts val="0"/>
              </a:spcAft>
              <a:buClr>
                <a:srgbClr val="1B1B1B"/>
              </a:buClr>
              <a:buSzPts val="4000"/>
              <a:buFont typeface="Albert Sans"/>
              <a:buChar char="-"/>
            </a:pPr>
            <a:r>
              <a:rPr lang="en-US" sz="4000">
                <a:solidFill>
                  <a:srgbClr val="1B1B1B"/>
                </a:solidFill>
                <a:highlight>
                  <a:srgbClr val="FFFCF8"/>
                </a:highlight>
                <a:latin typeface="Albert Sans"/>
                <a:ea typeface="Albert Sans"/>
                <a:cs typeface="Albert Sans"/>
                <a:sym typeface="Albert Sans"/>
              </a:rPr>
              <a:t>Dr. Ayana Elizabeth Johnson</a:t>
            </a:r>
            <a:endParaRPr sz="4000">
              <a:solidFill>
                <a:srgbClr val="1B1B1B"/>
              </a:solidFill>
              <a:highlight>
                <a:srgbClr val="FFFCF8"/>
              </a:highlight>
              <a:latin typeface="Albert Sans"/>
              <a:ea typeface="Albert Sans"/>
              <a:cs typeface="Albert Sans"/>
              <a:sym typeface="Albert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3c9d1bd252f_0_46"/>
          <p:cNvSpPr txBox="1"/>
          <p:nvPr/>
        </p:nvSpPr>
        <p:spPr>
          <a:xfrm>
            <a:off x="75475" y="79075"/>
            <a:ext cx="5903700" cy="666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000">
                <a:solidFill>
                  <a:srgbClr val="1B1B1B"/>
                </a:solidFill>
                <a:highlight>
                  <a:srgbClr val="FFFCF8"/>
                </a:highlight>
                <a:latin typeface="Albert Sans"/>
                <a:ea typeface="Albert Sans"/>
                <a:cs typeface="Albert Sans"/>
                <a:sym typeface="Albert Sans"/>
              </a:rPr>
              <a:t>“One of the major things that's been holding us back from implementing all these solutions we have at our fingertips is people not being able to see that it's worth it”</a:t>
            </a:r>
            <a:endParaRPr sz="4000">
              <a:solidFill>
                <a:srgbClr val="1B1B1B"/>
              </a:solidFill>
              <a:highlight>
                <a:srgbClr val="FFFCF8"/>
              </a:highlight>
              <a:latin typeface="Albert Sans"/>
              <a:ea typeface="Albert Sans"/>
              <a:cs typeface="Albert Sans"/>
              <a:sym typeface="Albert Sans"/>
            </a:endParaRPr>
          </a:p>
          <a:p>
            <a:pPr indent="0" lvl="0" marL="0" rtl="0" algn="l">
              <a:spcBef>
                <a:spcPts val="0"/>
              </a:spcBef>
              <a:spcAft>
                <a:spcPts val="0"/>
              </a:spcAft>
              <a:buNone/>
            </a:pPr>
            <a:r>
              <a:t/>
            </a:r>
            <a:endParaRPr sz="4000">
              <a:solidFill>
                <a:srgbClr val="1B1B1B"/>
              </a:solidFill>
              <a:highlight>
                <a:srgbClr val="FFFCF8"/>
              </a:highlight>
              <a:latin typeface="Albert Sans"/>
              <a:ea typeface="Albert Sans"/>
              <a:cs typeface="Albert Sans"/>
              <a:sym typeface="Albert Sans"/>
            </a:endParaRPr>
          </a:p>
          <a:p>
            <a:pPr indent="-482600" lvl="0" marL="457200" rtl="0" algn="l">
              <a:spcBef>
                <a:spcPts val="0"/>
              </a:spcBef>
              <a:spcAft>
                <a:spcPts val="0"/>
              </a:spcAft>
              <a:buClr>
                <a:srgbClr val="1B1B1B"/>
              </a:buClr>
              <a:buSzPts val="4000"/>
              <a:buFont typeface="Albert Sans"/>
              <a:buChar char="-"/>
            </a:pPr>
            <a:r>
              <a:rPr lang="en-US" sz="4000">
                <a:solidFill>
                  <a:srgbClr val="1B1B1B"/>
                </a:solidFill>
                <a:highlight>
                  <a:srgbClr val="FFFCF8"/>
                </a:highlight>
                <a:latin typeface="Albert Sans"/>
                <a:ea typeface="Albert Sans"/>
                <a:cs typeface="Albert Sans"/>
                <a:sym typeface="Albert Sans"/>
              </a:rPr>
              <a:t>Dr. Ayana Elizabeth Johnson</a:t>
            </a:r>
            <a:endParaRPr sz="4000">
              <a:solidFill>
                <a:srgbClr val="1B1B1B"/>
              </a:solidFill>
              <a:highlight>
                <a:srgbClr val="FFFCF8"/>
              </a:highlight>
              <a:latin typeface="Albert Sans"/>
              <a:ea typeface="Albert Sans"/>
              <a:cs typeface="Albert Sans"/>
              <a:sym typeface="Albert Sans"/>
            </a:endParaRPr>
          </a:p>
        </p:txBody>
      </p:sp>
      <p:sp>
        <p:nvSpPr>
          <p:cNvPr id="207" name="Google Shape;207;g3c9d1bd252f_0_46"/>
          <p:cNvSpPr txBox="1"/>
          <p:nvPr/>
        </p:nvSpPr>
        <p:spPr>
          <a:xfrm>
            <a:off x="6191350" y="79075"/>
            <a:ext cx="5903700" cy="6280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US" sz="4000">
                <a:solidFill>
                  <a:schemeClr val="dk1"/>
                </a:solidFill>
                <a:latin typeface="Albert Sans"/>
                <a:ea typeface="Albert Sans"/>
                <a:cs typeface="Albert Sans"/>
                <a:sym typeface="Albert Sans"/>
              </a:rPr>
              <a:t>When I come to the end of my life, I want the scales to show that I prevented more carbon emissions than I caused. And there is no way to make that happen if I work only on myself. My offset plan is activism.</a:t>
            </a:r>
            <a:endParaRPr sz="4000">
              <a:solidFill>
                <a:schemeClr val="dk1"/>
              </a:solidFill>
              <a:latin typeface="Albert Sans"/>
              <a:ea typeface="Albert Sans"/>
              <a:cs typeface="Albert Sans"/>
              <a:sym typeface="Albert Sans"/>
            </a:endParaRPr>
          </a:p>
          <a:p>
            <a:pPr indent="0" lvl="0" marL="0" rtl="0" algn="l">
              <a:lnSpc>
                <a:spcPct val="90000"/>
              </a:lnSpc>
              <a:spcBef>
                <a:spcPts val="0"/>
              </a:spcBef>
              <a:spcAft>
                <a:spcPts val="0"/>
              </a:spcAft>
              <a:buNone/>
            </a:pPr>
            <a:r>
              <a:t/>
            </a:r>
            <a:endParaRPr sz="4000">
              <a:solidFill>
                <a:schemeClr val="dk1"/>
              </a:solidFill>
              <a:latin typeface="Albert Sans"/>
              <a:ea typeface="Albert Sans"/>
              <a:cs typeface="Albert Sans"/>
              <a:sym typeface="Albert Sans"/>
            </a:endParaRPr>
          </a:p>
          <a:p>
            <a:pPr indent="-482600" lvl="0" marL="457200" rtl="0" algn="l">
              <a:lnSpc>
                <a:spcPct val="90000"/>
              </a:lnSpc>
              <a:spcBef>
                <a:spcPts val="0"/>
              </a:spcBef>
              <a:spcAft>
                <a:spcPts val="0"/>
              </a:spcAft>
              <a:buClr>
                <a:schemeClr val="dk1"/>
              </a:buClr>
              <a:buSzPts val="4000"/>
              <a:buFont typeface="Albert Sans"/>
              <a:buChar char="-"/>
            </a:pPr>
            <a:r>
              <a:rPr lang="en-US" sz="4000">
                <a:solidFill>
                  <a:schemeClr val="dk1"/>
                </a:solidFill>
                <a:latin typeface="Albert Sans"/>
                <a:ea typeface="Albert Sans"/>
                <a:cs typeface="Albert Sans"/>
                <a:sym typeface="Albert Sans"/>
              </a:rPr>
              <a:t>L.C. Stokes</a:t>
            </a:r>
            <a:endParaRPr sz="4000">
              <a:solidFill>
                <a:schemeClr val="dk1"/>
              </a:solidFill>
              <a:latin typeface="Albert Sans"/>
              <a:ea typeface="Albert Sans"/>
              <a:cs typeface="Albert Sans"/>
              <a:sym typeface="Albert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id="213" name="Google Shape;213;g3c9d1bd252f_0_378"/>
          <p:cNvPicPr preferRelativeResize="0"/>
          <p:nvPr/>
        </p:nvPicPr>
        <p:blipFill>
          <a:blip r:embed="rId3">
            <a:alphaModFix/>
          </a:blip>
          <a:stretch>
            <a:fillRect/>
          </a:stretch>
        </p:blipFill>
        <p:spPr>
          <a:xfrm>
            <a:off x="939925" y="0"/>
            <a:ext cx="10312161" cy="6858000"/>
          </a:xfrm>
          <a:prstGeom prst="rect">
            <a:avLst/>
          </a:prstGeom>
          <a:noFill/>
          <a:ln>
            <a:noFill/>
          </a:ln>
        </p:spPr>
      </p:pic>
      <p:sp>
        <p:nvSpPr>
          <p:cNvPr id="214" name="Google Shape;214;g3c9d1bd252f_0_378"/>
          <p:cNvSpPr txBox="1"/>
          <p:nvPr/>
        </p:nvSpPr>
        <p:spPr>
          <a:xfrm>
            <a:off x="7754083" y="6175003"/>
            <a:ext cx="3661800" cy="56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Bikomeye et al. (2021)</a:t>
            </a:r>
            <a:endParaRPr sz="2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c9d1bd252f_0_51"/>
          <p:cNvSpPr/>
          <p:nvPr/>
        </p:nvSpPr>
        <p:spPr>
          <a:xfrm>
            <a:off x="-15433" y="-15433"/>
            <a:ext cx="12207600" cy="6858000"/>
          </a:xfrm>
          <a:prstGeom prst="rect">
            <a:avLst/>
          </a:prstGeom>
          <a:solidFill>
            <a:srgbClr val="FFFF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0" name="Google Shape;220;g3c9d1bd252f_0_51"/>
          <p:cNvSpPr txBox="1"/>
          <p:nvPr>
            <p:ph idx="12" type="sldNum"/>
          </p:nvPr>
        </p:nvSpPr>
        <p:spPr>
          <a:xfrm>
            <a:off x="15062147" y="8290163"/>
            <a:ext cx="975600" cy="6996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21" name="Google Shape;221;g3c9d1bd252f_0_51"/>
          <p:cNvPicPr preferRelativeResize="0"/>
          <p:nvPr/>
        </p:nvPicPr>
        <p:blipFill rotWithShape="1">
          <a:blip r:embed="rId3">
            <a:alphaModFix/>
          </a:blip>
          <a:srcRect b="16079" l="18542" r="15818" t="0"/>
          <a:stretch/>
        </p:blipFill>
        <p:spPr>
          <a:xfrm>
            <a:off x="6020183" y="1026600"/>
            <a:ext cx="6018831" cy="5414399"/>
          </a:xfrm>
          <a:prstGeom prst="rect">
            <a:avLst/>
          </a:prstGeom>
          <a:noFill/>
          <a:ln>
            <a:noFill/>
          </a:ln>
        </p:spPr>
      </p:pic>
      <p:pic>
        <p:nvPicPr>
          <p:cNvPr id="222" name="Google Shape;222;g3c9d1bd252f_0_51"/>
          <p:cNvPicPr preferRelativeResize="0"/>
          <p:nvPr/>
        </p:nvPicPr>
        <p:blipFill rotWithShape="1">
          <a:blip r:embed="rId4">
            <a:alphaModFix/>
          </a:blip>
          <a:srcRect b="16317" l="18313" r="16675" t="0"/>
          <a:stretch/>
        </p:blipFill>
        <p:spPr>
          <a:xfrm>
            <a:off x="0" y="949466"/>
            <a:ext cx="6142300" cy="5485966"/>
          </a:xfrm>
          <a:prstGeom prst="rect">
            <a:avLst/>
          </a:prstGeom>
          <a:noFill/>
          <a:ln>
            <a:noFill/>
          </a:ln>
        </p:spPr>
      </p:pic>
      <p:sp>
        <p:nvSpPr>
          <p:cNvPr id="223" name="Google Shape;223;g3c9d1bd252f_0_51"/>
          <p:cNvSpPr txBox="1"/>
          <p:nvPr/>
        </p:nvSpPr>
        <p:spPr>
          <a:xfrm>
            <a:off x="46300" y="6404667"/>
            <a:ext cx="2916900" cy="5388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US" sz="1900">
                <a:latin typeface="Montserrat Light"/>
                <a:ea typeface="Montserrat Light"/>
                <a:cs typeface="Montserrat Light"/>
                <a:sym typeface="Montserrat Light"/>
              </a:rPr>
              <a:t>Climate Outreach</a:t>
            </a:r>
            <a:endParaRPr sz="1900">
              <a:latin typeface="Montserrat Light"/>
              <a:ea typeface="Montserrat Light"/>
              <a:cs typeface="Montserrat Light"/>
              <a:sym typeface="Montserrat Light"/>
            </a:endParaRPr>
          </a:p>
        </p:txBody>
      </p:sp>
      <p:sp>
        <p:nvSpPr>
          <p:cNvPr id="224" name="Google Shape;224;g3c9d1bd252f_0_51"/>
          <p:cNvSpPr txBox="1"/>
          <p:nvPr/>
        </p:nvSpPr>
        <p:spPr>
          <a:xfrm>
            <a:off x="949150" y="314267"/>
            <a:ext cx="4244100" cy="538800"/>
          </a:xfrm>
          <a:prstGeom prst="rect">
            <a:avLst/>
          </a:prstGeom>
          <a:noFill/>
          <a:ln>
            <a:noFill/>
          </a:ln>
        </p:spPr>
        <p:txBody>
          <a:bodyPr anchorCtr="0" anchor="t" bIns="121900" lIns="121900" spcFirstLastPara="1" rIns="121900" wrap="square" tIns="121900">
            <a:spAutoFit/>
          </a:bodyPr>
          <a:lstStyle/>
          <a:p>
            <a:pPr indent="0" lvl="0" marL="0" rtl="0" algn="ctr">
              <a:spcBef>
                <a:spcPts val="0"/>
              </a:spcBef>
              <a:spcAft>
                <a:spcPts val="0"/>
              </a:spcAft>
              <a:buNone/>
            </a:pPr>
            <a:r>
              <a:rPr b="1" lang="en-US" sz="1900">
                <a:latin typeface="Montserrat"/>
                <a:ea typeface="Montserrat"/>
                <a:cs typeface="Montserrat"/>
                <a:sym typeface="Montserrat"/>
              </a:rPr>
              <a:t>Trapped in a vicious cycle</a:t>
            </a:r>
            <a:endParaRPr b="1" sz="1900">
              <a:latin typeface="Montserrat"/>
              <a:ea typeface="Montserrat"/>
              <a:cs typeface="Montserrat"/>
              <a:sym typeface="Montserrat"/>
            </a:endParaRPr>
          </a:p>
        </p:txBody>
      </p:sp>
      <p:sp>
        <p:nvSpPr>
          <p:cNvPr id="225" name="Google Shape;225;g3c9d1bd252f_0_51"/>
          <p:cNvSpPr txBox="1"/>
          <p:nvPr/>
        </p:nvSpPr>
        <p:spPr>
          <a:xfrm>
            <a:off x="6907600" y="203200"/>
            <a:ext cx="4244100" cy="831000"/>
          </a:xfrm>
          <a:prstGeom prst="rect">
            <a:avLst/>
          </a:prstGeom>
          <a:noFill/>
          <a:ln>
            <a:noFill/>
          </a:ln>
        </p:spPr>
        <p:txBody>
          <a:bodyPr anchorCtr="0" anchor="t" bIns="121900" lIns="121900" spcFirstLastPara="1" rIns="121900" wrap="square" tIns="121900">
            <a:spAutoFit/>
          </a:bodyPr>
          <a:lstStyle/>
          <a:p>
            <a:pPr indent="0" lvl="0" marL="0" rtl="0" algn="ctr">
              <a:spcBef>
                <a:spcPts val="0"/>
              </a:spcBef>
              <a:spcAft>
                <a:spcPts val="0"/>
              </a:spcAft>
              <a:buNone/>
            </a:pPr>
            <a:r>
              <a:rPr b="1" lang="en-US" sz="1900">
                <a:latin typeface="Montserrat"/>
                <a:ea typeface="Montserrat"/>
                <a:cs typeface="Montserrat"/>
                <a:sym typeface="Montserrat"/>
              </a:rPr>
              <a:t>Social mandate contributes to virtuous cycle</a:t>
            </a:r>
            <a:endParaRPr b="1" sz="1900">
              <a:latin typeface="Montserrat"/>
              <a:ea typeface="Montserrat"/>
              <a:cs typeface="Montserrat"/>
              <a:sym typeface="Montserrat"/>
            </a:endParaRPr>
          </a:p>
        </p:txBody>
      </p:sp>
      <p:cxnSp>
        <p:nvCxnSpPr>
          <p:cNvPr id="226" name="Google Shape;226;g3c9d1bd252f_0_51"/>
          <p:cNvCxnSpPr/>
          <p:nvPr/>
        </p:nvCxnSpPr>
        <p:spPr>
          <a:xfrm flipH="1">
            <a:off x="5169967" y="2392100"/>
            <a:ext cx="200700" cy="463200"/>
          </a:xfrm>
          <a:prstGeom prst="straightConnector1">
            <a:avLst/>
          </a:prstGeom>
          <a:noFill/>
          <a:ln cap="flat" cmpd="sng" w="12700">
            <a:solidFill>
              <a:schemeClr val="dk2"/>
            </a:solidFill>
            <a:prstDash val="solid"/>
            <a:round/>
            <a:headEnd len="med" w="med" type="none"/>
            <a:tailEnd len="med" w="med" type="triangle"/>
          </a:ln>
        </p:spPr>
      </p:cxnSp>
      <p:sp>
        <p:nvSpPr>
          <p:cNvPr id="227" name="Google Shape;227;g3c9d1bd252f_0_51"/>
          <p:cNvSpPr txBox="1"/>
          <p:nvPr/>
        </p:nvSpPr>
        <p:spPr>
          <a:xfrm>
            <a:off x="5108300" y="1975400"/>
            <a:ext cx="1342800" cy="4926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b="1" lang="en-US" sz="1600">
                <a:solidFill>
                  <a:schemeClr val="dk2"/>
                </a:solidFill>
                <a:latin typeface="Montserrat"/>
                <a:ea typeface="Montserrat"/>
                <a:cs typeface="Montserrat"/>
                <a:sym typeface="Montserrat"/>
              </a:rPr>
              <a:t>Lobbyists</a:t>
            </a:r>
            <a:endParaRPr b="1" sz="1600">
              <a:solidFill>
                <a:schemeClr val="dk2"/>
              </a:solidFill>
              <a:latin typeface="Montserrat"/>
              <a:ea typeface="Montserrat"/>
              <a:cs typeface="Montserrat"/>
              <a:sym typeface="Montserrat"/>
            </a:endParaRPr>
          </a:p>
        </p:txBody>
      </p:sp>
      <p:cxnSp>
        <p:nvCxnSpPr>
          <p:cNvPr id="228" name="Google Shape;228;g3c9d1bd252f_0_51"/>
          <p:cNvCxnSpPr/>
          <p:nvPr/>
        </p:nvCxnSpPr>
        <p:spPr>
          <a:xfrm flipH="1" rot="10800000">
            <a:off x="586467" y="4414167"/>
            <a:ext cx="231300" cy="493500"/>
          </a:xfrm>
          <a:prstGeom prst="straightConnector1">
            <a:avLst/>
          </a:prstGeom>
          <a:noFill/>
          <a:ln cap="flat" cmpd="sng" w="12700">
            <a:solidFill>
              <a:schemeClr val="dk2"/>
            </a:solidFill>
            <a:prstDash val="solid"/>
            <a:round/>
            <a:headEnd len="med" w="med" type="none"/>
            <a:tailEnd len="med" w="med" type="triangle"/>
          </a:ln>
        </p:spPr>
      </p:cxnSp>
      <p:sp>
        <p:nvSpPr>
          <p:cNvPr id="229" name="Google Shape;229;g3c9d1bd252f_0_51"/>
          <p:cNvSpPr txBox="1"/>
          <p:nvPr/>
        </p:nvSpPr>
        <p:spPr>
          <a:xfrm>
            <a:off x="156933" y="4833067"/>
            <a:ext cx="1342800" cy="7389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b="1" lang="en-US" sz="1600">
                <a:solidFill>
                  <a:schemeClr val="dk2"/>
                </a:solidFill>
                <a:latin typeface="Montserrat"/>
                <a:ea typeface="Montserrat"/>
                <a:cs typeface="Montserrat"/>
                <a:sym typeface="Montserrat"/>
              </a:rPr>
              <a:t>Social Norms</a:t>
            </a:r>
            <a:endParaRPr b="1" sz="1600">
              <a:solidFill>
                <a:schemeClr val="dk2"/>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3c9d1bd252f_0_149"/>
          <p:cNvSpPr/>
          <p:nvPr/>
        </p:nvSpPr>
        <p:spPr>
          <a:xfrm>
            <a:off x="84675" y="0"/>
            <a:ext cx="12107400" cy="6858000"/>
          </a:xfrm>
          <a:prstGeom prst="rect">
            <a:avLst/>
          </a:prstGeom>
          <a:solidFill>
            <a:srgbClr val="FFFFFF"/>
          </a:solidFill>
          <a:ln>
            <a:noFill/>
          </a:ln>
        </p:spPr>
        <p:txBody>
          <a:bodyPr anchorCtr="0" anchor="ctr" bIns="138300" lIns="138300" spcFirstLastPara="1" rIns="138300" wrap="square" tIns="138300">
            <a:noAutofit/>
          </a:bodyPr>
          <a:lstStyle/>
          <a:p>
            <a:pPr indent="0" lvl="0" marL="0" rtl="0" algn="l">
              <a:spcBef>
                <a:spcPts val="0"/>
              </a:spcBef>
              <a:spcAft>
                <a:spcPts val="0"/>
              </a:spcAft>
              <a:buNone/>
            </a:pPr>
            <a:r>
              <a:t/>
            </a:r>
            <a:endParaRPr sz="1588"/>
          </a:p>
        </p:txBody>
      </p:sp>
      <p:sp>
        <p:nvSpPr>
          <p:cNvPr id="235" name="Google Shape;235;g3c9d1bd252f_0_149"/>
          <p:cNvSpPr txBox="1"/>
          <p:nvPr>
            <p:ph idx="1" type="body"/>
          </p:nvPr>
        </p:nvSpPr>
        <p:spPr>
          <a:xfrm>
            <a:off x="322860" y="2614019"/>
            <a:ext cx="3502800" cy="1075800"/>
          </a:xfrm>
          <a:prstGeom prst="rect">
            <a:avLst/>
          </a:prstGeom>
          <a:solidFill>
            <a:srgbClr val="FFFFFF"/>
          </a:solidFill>
          <a:ln>
            <a:noFill/>
          </a:ln>
        </p:spPr>
        <p:txBody>
          <a:bodyPr anchorCtr="0" anchor="t" bIns="0" lIns="0" spcFirstLastPara="1" rIns="0" wrap="square" tIns="0">
            <a:noAutofit/>
          </a:bodyPr>
          <a:lstStyle/>
          <a:p>
            <a:pPr indent="0" lvl="0" marL="0" rtl="0" algn="ctr">
              <a:lnSpc>
                <a:spcPct val="100000"/>
              </a:lnSpc>
              <a:spcBef>
                <a:spcPts val="0"/>
              </a:spcBef>
              <a:spcAft>
                <a:spcPts val="908"/>
              </a:spcAft>
              <a:buSzPts val="2723"/>
              <a:buNone/>
            </a:pPr>
            <a:r>
              <a:rPr b="1" lang="en-US" sz="2722">
                <a:latin typeface="Montserrat"/>
                <a:ea typeface="Montserrat"/>
                <a:cs typeface="Montserrat"/>
                <a:sym typeface="Montserrat"/>
              </a:rPr>
              <a:t>Individual Behavior</a:t>
            </a:r>
            <a:endParaRPr b="1" sz="2722">
              <a:latin typeface="Montserrat"/>
              <a:ea typeface="Montserrat"/>
              <a:cs typeface="Montserrat"/>
              <a:sym typeface="Montserrat"/>
            </a:endParaRPr>
          </a:p>
        </p:txBody>
      </p:sp>
      <p:sp>
        <p:nvSpPr>
          <p:cNvPr id="236" name="Google Shape;236;g3c9d1bd252f_0_149"/>
          <p:cNvSpPr txBox="1"/>
          <p:nvPr>
            <p:ph idx="2" type="body"/>
          </p:nvPr>
        </p:nvSpPr>
        <p:spPr>
          <a:xfrm>
            <a:off x="4193574" y="2614019"/>
            <a:ext cx="3502800" cy="1075800"/>
          </a:xfrm>
          <a:prstGeom prst="rect">
            <a:avLst/>
          </a:prstGeom>
          <a:solidFill>
            <a:srgbClr val="FFFFFF"/>
          </a:solidFill>
          <a:ln>
            <a:noFill/>
          </a:ln>
        </p:spPr>
        <p:txBody>
          <a:bodyPr anchorCtr="0" anchor="t" bIns="0" lIns="0" spcFirstLastPara="1" rIns="0" wrap="square" tIns="0">
            <a:noAutofit/>
          </a:bodyPr>
          <a:lstStyle/>
          <a:p>
            <a:pPr indent="0" lvl="0" marL="0" rtl="0" algn="ctr">
              <a:lnSpc>
                <a:spcPct val="100000"/>
              </a:lnSpc>
              <a:spcBef>
                <a:spcPts val="0"/>
              </a:spcBef>
              <a:spcAft>
                <a:spcPts val="908"/>
              </a:spcAft>
              <a:buSzPts val="2723"/>
              <a:buNone/>
            </a:pPr>
            <a:r>
              <a:rPr b="1" lang="en-US" sz="2722">
                <a:latin typeface="Montserrat"/>
                <a:ea typeface="Montserrat"/>
                <a:cs typeface="Montserrat"/>
                <a:sym typeface="Montserrat"/>
              </a:rPr>
              <a:t>Consumer Advocacy </a:t>
            </a:r>
            <a:endParaRPr b="1" sz="2722">
              <a:latin typeface="Montserrat"/>
              <a:ea typeface="Montserrat"/>
              <a:cs typeface="Montserrat"/>
              <a:sym typeface="Montserrat"/>
            </a:endParaRPr>
          </a:p>
        </p:txBody>
      </p:sp>
      <p:sp>
        <p:nvSpPr>
          <p:cNvPr id="237" name="Google Shape;237;g3c9d1bd252f_0_149"/>
          <p:cNvSpPr txBox="1"/>
          <p:nvPr>
            <p:ph idx="3" type="body"/>
          </p:nvPr>
        </p:nvSpPr>
        <p:spPr>
          <a:xfrm>
            <a:off x="8064288" y="2614019"/>
            <a:ext cx="3502800" cy="1075800"/>
          </a:xfrm>
          <a:prstGeom prst="rect">
            <a:avLst/>
          </a:prstGeom>
          <a:solidFill>
            <a:srgbClr val="FFFFFF"/>
          </a:solid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723"/>
              <a:buNone/>
            </a:pPr>
            <a:r>
              <a:rPr b="1" lang="en-US" sz="2722">
                <a:latin typeface="Montserrat"/>
                <a:ea typeface="Montserrat"/>
                <a:cs typeface="Montserrat"/>
                <a:sym typeface="Montserrat"/>
              </a:rPr>
              <a:t>Political </a:t>
            </a:r>
            <a:endParaRPr b="1" sz="2722">
              <a:latin typeface="Montserrat"/>
              <a:ea typeface="Montserrat"/>
              <a:cs typeface="Montserrat"/>
              <a:sym typeface="Montserrat"/>
            </a:endParaRPr>
          </a:p>
          <a:p>
            <a:pPr indent="0" lvl="0" marL="0" rtl="0" algn="ctr">
              <a:lnSpc>
                <a:spcPct val="100000"/>
              </a:lnSpc>
              <a:spcBef>
                <a:spcPts val="908"/>
              </a:spcBef>
              <a:spcAft>
                <a:spcPts val="908"/>
              </a:spcAft>
              <a:buSzPts val="2723"/>
              <a:buNone/>
            </a:pPr>
            <a:r>
              <a:rPr b="1" lang="en-US" sz="2722">
                <a:latin typeface="Montserrat"/>
                <a:ea typeface="Montserrat"/>
                <a:cs typeface="Montserrat"/>
                <a:sym typeface="Montserrat"/>
              </a:rPr>
              <a:t>Advocacy </a:t>
            </a:r>
            <a:endParaRPr b="1" sz="2722">
              <a:latin typeface="Montserrat"/>
              <a:ea typeface="Montserrat"/>
              <a:cs typeface="Montserrat"/>
              <a:sym typeface="Montserrat"/>
            </a:endParaRPr>
          </a:p>
        </p:txBody>
      </p:sp>
      <p:grpSp>
        <p:nvGrpSpPr>
          <p:cNvPr id="238" name="Google Shape;238;g3c9d1bd252f_0_149"/>
          <p:cNvGrpSpPr/>
          <p:nvPr/>
        </p:nvGrpSpPr>
        <p:grpSpPr>
          <a:xfrm>
            <a:off x="9201469" y="1172711"/>
            <a:ext cx="1228294" cy="1202557"/>
            <a:chOff x="1233350" y="1619250"/>
            <a:chExt cx="466500" cy="456725"/>
          </a:xfrm>
        </p:grpSpPr>
        <p:sp>
          <p:nvSpPr>
            <p:cNvPr id="239" name="Google Shape;239;g3c9d1bd252f_0_149"/>
            <p:cNvSpPr/>
            <p:nvPr/>
          </p:nvSpPr>
          <p:spPr>
            <a:xfrm>
              <a:off x="1233350" y="1619250"/>
              <a:ext cx="466500" cy="456725"/>
            </a:xfrm>
            <a:custGeom>
              <a:rect b="b" l="l" r="r" t="t"/>
              <a:pathLst>
                <a:path extrusionOk="0" h="18269" w="1866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chemeClr val="accent6"/>
            </a:solidFill>
            <a:ln>
              <a:noFill/>
            </a:ln>
          </p:spPr>
          <p:txBody>
            <a:bodyPr anchorCtr="0" anchor="ctr" bIns="138300" lIns="138300" spcFirstLastPara="1" rIns="138300" wrap="square" tIns="138300">
              <a:noAutofit/>
            </a:bodyPr>
            <a:lstStyle/>
            <a:p>
              <a:pPr indent="0" lvl="0" marL="0" marR="0" rtl="0" algn="l">
                <a:lnSpc>
                  <a:spcPct val="100000"/>
                </a:lnSpc>
                <a:spcBef>
                  <a:spcPts val="0"/>
                </a:spcBef>
                <a:spcAft>
                  <a:spcPts val="0"/>
                </a:spcAft>
                <a:buClr>
                  <a:srgbClr val="000000"/>
                </a:buClr>
                <a:buSzPts val="2156"/>
                <a:buFont typeface="Arial"/>
                <a:buNone/>
              </a:pPr>
              <a:r>
                <a:t/>
              </a:r>
              <a:endParaRPr b="0" i="0" sz="2155" u="none" cap="none" strike="noStrike">
                <a:solidFill>
                  <a:schemeClr val="dk1"/>
                </a:solidFill>
                <a:latin typeface="Arial"/>
                <a:ea typeface="Arial"/>
                <a:cs typeface="Arial"/>
                <a:sym typeface="Arial"/>
              </a:endParaRPr>
            </a:p>
          </p:txBody>
        </p:sp>
        <p:sp>
          <p:nvSpPr>
            <p:cNvPr id="240" name="Google Shape;240;g3c9d1bd252f_0_149"/>
            <p:cNvSpPr/>
            <p:nvPr/>
          </p:nvSpPr>
          <p:spPr>
            <a:xfrm>
              <a:off x="1382325" y="1792025"/>
              <a:ext cx="168550" cy="12250"/>
            </a:xfrm>
            <a:custGeom>
              <a:rect b="b" l="l" r="r" t="t"/>
              <a:pathLst>
                <a:path extrusionOk="0" h="490" w="6742">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chemeClr val="accent6"/>
            </a:solidFill>
            <a:ln>
              <a:noFill/>
            </a:ln>
          </p:spPr>
          <p:txBody>
            <a:bodyPr anchorCtr="0" anchor="ctr" bIns="138300" lIns="138300" spcFirstLastPara="1" rIns="138300" wrap="square" tIns="138300">
              <a:noAutofit/>
            </a:bodyPr>
            <a:lstStyle/>
            <a:p>
              <a:pPr indent="0" lvl="0" marL="0" marR="0" rtl="0" algn="l">
                <a:lnSpc>
                  <a:spcPct val="100000"/>
                </a:lnSpc>
                <a:spcBef>
                  <a:spcPts val="0"/>
                </a:spcBef>
                <a:spcAft>
                  <a:spcPts val="0"/>
                </a:spcAft>
                <a:buClr>
                  <a:srgbClr val="000000"/>
                </a:buClr>
                <a:buSzPts val="2156"/>
                <a:buFont typeface="Arial"/>
                <a:buNone/>
              </a:pPr>
              <a:r>
                <a:t/>
              </a:r>
              <a:endParaRPr b="0" i="0" sz="2155" u="none" cap="none" strike="noStrike">
                <a:solidFill>
                  <a:schemeClr val="dk1"/>
                </a:solidFill>
                <a:latin typeface="Arial"/>
                <a:ea typeface="Arial"/>
                <a:cs typeface="Arial"/>
                <a:sym typeface="Arial"/>
              </a:endParaRPr>
            </a:p>
          </p:txBody>
        </p:sp>
        <p:sp>
          <p:nvSpPr>
            <p:cNvPr id="241" name="Google Shape;241;g3c9d1bd252f_0_149"/>
            <p:cNvSpPr/>
            <p:nvPr/>
          </p:nvSpPr>
          <p:spPr>
            <a:xfrm>
              <a:off x="1382325" y="1825000"/>
              <a:ext cx="168550" cy="12250"/>
            </a:xfrm>
            <a:custGeom>
              <a:rect b="b" l="l" r="r" t="t"/>
              <a:pathLst>
                <a:path extrusionOk="0" h="490" w="6742">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chemeClr val="accent6"/>
            </a:solidFill>
            <a:ln>
              <a:noFill/>
            </a:ln>
          </p:spPr>
          <p:txBody>
            <a:bodyPr anchorCtr="0" anchor="ctr" bIns="138300" lIns="138300" spcFirstLastPara="1" rIns="138300" wrap="square" tIns="138300">
              <a:noAutofit/>
            </a:bodyPr>
            <a:lstStyle/>
            <a:p>
              <a:pPr indent="0" lvl="0" marL="0" marR="0" rtl="0" algn="l">
                <a:lnSpc>
                  <a:spcPct val="100000"/>
                </a:lnSpc>
                <a:spcBef>
                  <a:spcPts val="0"/>
                </a:spcBef>
                <a:spcAft>
                  <a:spcPts val="0"/>
                </a:spcAft>
                <a:buClr>
                  <a:srgbClr val="000000"/>
                </a:buClr>
                <a:buSzPts val="2156"/>
                <a:buFont typeface="Arial"/>
                <a:buNone/>
              </a:pPr>
              <a:r>
                <a:t/>
              </a:r>
              <a:endParaRPr b="0" i="0" sz="2155" u="none" cap="none" strike="noStrike">
                <a:solidFill>
                  <a:schemeClr val="dk1"/>
                </a:solidFill>
                <a:latin typeface="Arial"/>
                <a:ea typeface="Arial"/>
                <a:cs typeface="Arial"/>
                <a:sym typeface="Arial"/>
              </a:endParaRPr>
            </a:p>
          </p:txBody>
        </p:sp>
        <p:sp>
          <p:nvSpPr>
            <p:cNvPr id="242" name="Google Shape;242;g3c9d1bd252f_0_149"/>
            <p:cNvSpPr/>
            <p:nvPr/>
          </p:nvSpPr>
          <p:spPr>
            <a:xfrm>
              <a:off x="1382325" y="1858575"/>
              <a:ext cx="70850" cy="12250"/>
            </a:xfrm>
            <a:custGeom>
              <a:rect b="b" l="l" r="r" t="t"/>
              <a:pathLst>
                <a:path extrusionOk="0" h="490" w="2834">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chemeClr val="accent6"/>
            </a:solidFill>
            <a:ln>
              <a:noFill/>
            </a:ln>
          </p:spPr>
          <p:txBody>
            <a:bodyPr anchorCtr="0" anchor="ctr" bIns="138300" lIns="138300" spcFirstLastPara="1" rIns="138300" wrap="square" tIns="138300">
              <a:noAutofit/>
            </a:bodyPr>
            <a:lstStyle/>
            <a:p>
              <a:pPr indent="0" lvl="0" marL="0" marR="0" rtl="0" algn="l">
                <a:lnSpc>
                  <a:spcPct val="100000"/>
                </a:lnSpc>
                <a:spcBef>
                  <a:spcPts val="0"/>
                </a:spcBef>
                <a:spcAft>
                  <a:spcPts val="0"/>
                </a:spcAft>
                <a:buClr>
                  <a:srgbClr val="000000"/>
                </a:buClr>
                <a:buSzPts val="2156"/>
                <a:buFont typeface="Arial"/>
                <a:buNone/>
              </a:pPr>
              <a:r>
                <a:t/>
              </a:r>
              <a:endParaRPr b="0" i="0" sz="2155" u="none" cap="none" strike="noStrike">
                <a:solidFill>
                  <a:schemeClr val="dk1"/>
                </a:solidFill>
                <a:latin typeface="Arial"/>
                <a:ea typeface="Arial"/>
                <a:cs typeface="Arial"/>
                <a:sym typeface="Arial"/>
              </a:endParaRPr>
            </a:p>
          </p:txBody>
        </p:sp>
      </p:grpSp>
      <p:grpSp>
        <p:nvGrpSpPr>
          <p:cNvPr id="243" name="Google Shape;243;g3c9d1bd252f_0_149"/>
          <p:cNvGrpSpPr/>
          <p:nvPr/>
        </p:nvGrpSpPr>
        <p:grpSpPr>
          <a:xfrm>
            <a:off x="5207600" y="1384517"/>
            <a:ext cx="1474437" cy="990916"/>
            <a:chOff x="1241275" y="3718400"/>
            <a:chExt cx="450650" cy="302875"/>
          </a:xfrm>
        </p:grpSpPr>
        <p:sp>
          <p:nvSpPr>
            <p:cNvPr id="244" name="Google Shape;244;g3c9d1bd252f_0_149"/>
            <p:cNvSpPr/>
            <p:nvPr/>
          </p:nvSpPr>
          <p:spPr>
            <a:xfrm>
              <a:off x="1241275" y="3718400"/>
              <a:ext cx="450650" cy="302875"/>
            </a:xfrm>
            <a:custGeom>
              <a:rect b="b" l="l" r="r" t="t"/>
              <a:pathLst>
                <a:path extrusionOk="0" h="12115" w="18026">
                  <a:moveTo>
                    <a:pt x="17048" y="977"/>
                  </a:moveTo>
                  <a:lnTo>
                    <a:pt x="17048" y="3127"/>
                  </a:lnTo>
                  <a:lnTo>
                    <a:pt x="978" y="3127"/>
                  </a:lnTo>
                  <a:lnTo>
                    <a:pt x="978" y="977"/>
                  </a:lnTo>
                  <a:close/>
                  <a:moveTo>
                    <a:pt x="17048" y="5447"/>
                  </a:moveTo>
                  <a:lnTo>
                    <a:pt x="17048" y="11137"/>
                  </a:lnTo>
                  <a:lnTo>
                    <a:pt x="978" y="11137"/>
                  </a:lnTo>
                  <a:lnTo>
                    <a:pt x="978" y="5447"/>
                  </a:lnTo>
                  <a:close/>
                  <a:moveTo>
                    <a:pt x="978" y="1"/>
                  </a:moveTo>
                  <a:lnTo>
                    <a:pt x="782" y="25"/>
                  </a:lnTo>
                  <a:lnTo>
                    <a:pt x="587" y="74"/>
                  </a:lnTo>
                  <a:lnTo>
                    <a:pt x="416" y="172"/>
                  </a:lnTo>
                  <a:lnTo>
                    <a:pt x="294" y="294"/>
                  </a:lnTo>
                  <a:lnTo>
                    <a:pt x="172" y="440"/>
                  </a:lnTo>
                  <a:lnTo>
                    <a:pt x="74" y="611"/>
                  </a:lnTo>
                  <a:lnTo>
                    <a:pt x="25" y="782"/>
                  </a:lnTo>
                  <a:lnTo>
                    <a:pt x="1" y="977"/>
                  </a:lnTo>
                  <a:lnTo>
                    <a:pt x="1" y="11137"/>
                  </a:lnTo>
                  <a:lnTo>
                    <a:pt x="25" y="11333"/>
                  </a:lnTo>
                  <a:lnTo>
                    <a:pt x="74" y="11504"/>
                  </a:lnTo>
                  <a:lnTo>
                    <a:pt x="172" y="11675"/>
                  </a:lnTo>
                  <a:lnTo>
                    <a:pt x="294" y="11821"/>
                  </a:lnTo>
                  <a:lnTo>
                    <a:pt x="416" y="11943"/>
                  </a:lnTo>
                  <a:lnTo>
                    <a:pt x="587" y="12041"/>
                  </a:lnTo>
                  <a:lnTo>
                    <a:pt x="782" y="12090"/>
                  </a:lnTo>
                  <a:lnTo>
                    <a:pt x="978" y="12114"/>
                  </a:lnTo>
                  <a:lnTo>
                    <a:pt x="17048" y="12114"/>
                  </a:lnTo>
                  <a:lnTo>
                    <a:pt x="17243" y="12090"/>
                  </a:lnTo>
                  <a:lnTo>
                    <a:pt x="17439" y="12041"/>
                  </a:lnTo>
                  <a:lnTo>
                    <a:pt x="17610" y="11943"/>
                  </a:lnTo>
                  <a:lnTo>
                    <a:pt x="17732" y="11821"/>
                  </a:lnTo>
                  <a:lnTo>
                    <a:pt x="17854" y="11675"/>
                  </a:lnTo>
                  <a:lnTo>
                    <a:pt x="17952" y="11504"/>
                  </a:lnTo>
                  <a:lnTo>
                    <a:pt x="18001" y="11333"/>
                  </a:lnTo>
                  <a:lnTo>
                    <a:pt x="18025" y="11137"/>
                  </a:lnTo>
                  <a:lnTo>
                    <a:pt x="18025" y="977"/>
                  </a:lnTo>
                  <a:lnTo>
                    <a:pt x="18001" y="782"/>
                  </a:lnTo>
                  <a:lnTo>
                    <a:pt x="17952" y="611"/>
                  </a:lnTo>
                  <a:lnTo>
                    <a:pt x="17854" y="440"/>
                  </a:lnTo>
                  <a:lnTo>
                    <a:pt x="17732" y="294"/>
                  </a:lnTo>
                  <a:lnTo>
                    <a:pt x="17610" y="172"/>
                  </a:lnTo>
                  <a:lnTo>
                    <a:pt x="17439" y="74"/>
                  </a:lnTo>
                  <a:lnTo>
                    <a:pt x="17243" y="25"/>
                  </a:lnTo>
                  <a:lnTo>
                    <a:pt x="17048" y="1"/>
                  </a:lnTo>
                  <a:close/>
                </a:path>
              </a:pathLst>
            </a:custGeom>
            <a:solidFill>
              <a:schemeClr val="accent2"/>
            </a:solidFill>
            <a:ln>
              <a:noFill/>
            </a:ln>
          </p:spPr>
          <p:txBody>
            <a:bodyPr anchorCtr="0" anchor="ctr" bIns="138300" lIns="138300" spcFirstLastPara="1" rIns="138300" wrap="square" tIns="138300">
              <a:noAutofit/>
            </a:bodyPr>
            <a:lstStyle/>
            <a:p>
              <a:pPr indent="0" lvl="0" marL="0" marR="0" rtl="0" algn="l">
                <a:lnSpc>
                  <a:spcPct val="100000"/>
                </a:lnSpc>
                <a:spcBef>
                  <a:spcPts val="0"/>
                </a:spcBef>
                <a:spcAft>
                  <a:spcPts val="0"/>
                </a:spcAft>
                <a:buClr>
                  <a:srgbClr val="000000"/>
                </a:buClr>
                <a:buSzPts val="2156"/>
                <a:buFont typeface="Arial"/>
                <a:buNone/>
              </a:pPr>
              <a:r>
                <a:t/>
              </a:r>
              <a:endParaRPr b="0" i="0" sz="2155" u="none" cap="none" strike="noStrike">
                <a:solidFill>
                  <a:schemeClr val="dk1"/>
                </a:solidFill>
                <a:latin typeface="Arial"/>
                <a:ea typeface="Arial"/>
                <a:cs typeface="Arial"/>
                <a:sym typeface="Arial"/>
              </a:endParaRPr>
            </a:p>
          </p:txBody>
        </p:sp>
        <p:sp>
          <p:nvSpPr>
            <p:cNvPr id="245" name="Google Shape;245;g3c9d1bd252f_0_149"/>
            <p:cNvSpPr/>
            <p:nvPr/>
          </p:nvSpPr>
          <p:spPr>
            <a:xfrm>
              <a:off x="1293175" y="3895475"/>
              <a:ext cx="174050" cy="12225"/>
            </a:xfrm>
            <a:custGeom>
              <a:rect b="b" l="l" r="r" t="t"/>
              <a:pathLst>
                <a:path extrusionOk="0" h="489" w="6962">
                  <a:moveTo>
                    <a:pt x="245" y="0"/>
                  </a:moveTo>
                  <a:lnTo>
                    <a:pt x="147" y="25"/>
                  </a:lnTo>
                  <a:lnTo>
                    <a:pt x="74" y="74"/>
                  </a:lnTo>
                  <a:lnTo>
                    <a:pt x="25" y="147"/>
                  </a:lnTo>
                  <a:lnTo>
                    <a:pt x="1" y="244"/>
                  </a:lnTo>
                  <a:lnTo>
                    <a:pt x="25" y="342"/>
                  </a:lnTo>
                  <a:lnTo>
                    <a:pt x="74" y="415"/>
                  </a:lnTo>
                  <a:lnTo>
                    <a:pt x="147" y="464"/>
                  </a:lnTo>
                  <a:lnTo>
                    <a:pt x="245" y="489"/>
                  </a:lnTo>
                  <a:lnTo>
                    <a:pt x="6717" y="489"/>
                  </a:lnTo>
                  <a:lnTo>
                    <a:pt x="6815" y="464"/>
                  </a:lnTo>
                  <a:lnTo>
                    <a:pt x="6888" y="415"/>
                  </a:lnTo>
                  <a:lnTo>
                    <a:pt x="6961" y="342"/>
                  </a:lnTo>
                  <a:lnTo>
                    <a:pt x="6961" y="244"/>
                  </a:lnTo>
                  <a:lnTo>
                    <a:pt x="6961" y="147"/>
                  </a:lnTo>
                  <a:lnTo>
                    <a:pt x="6888" y="74"/>
                  </a:lnTo>
                  <a:lnTo>
                    <a:pt x="6815" y="25"/>
                  </a:lnTo>
                  <a:lnTo>
                    <a:pt x="6717" y="0"/>
                  </a:lnTo>
                  <a:close/>
                </a:path>
              </a:pathLst>
            </a:custGeom>
            <a:solidFill>
              <a:schemeClr val="accent2"/>
            </a:solidFill>
            <a:ln>
              <a:noFill/>
            </a:ln>
          </p:spPr>
          <p:txBody>
            <a:bodyPr anchorCtr="0" anchor="ctr" bIns="138300" lIns="138300" spcFirstLastPara="1" rIns="138300" wrap="square" tIns="138300">
              <a:noAutofit/>
            </a:bodyPr>
            <a:lstStyle/>
            <a:p>
              <a:pPr indent="0" lvl="0" marL="0" marR="0" rtl="0" algn="l">
                <a:lnSpc>
                  <a:spcPct val="100000"/>
                </a:lnSpc>
                <a:spcBef>
                  <a:spcPts val="0"/>
                </a:spcBef>
                <a:spcAft>
                  <a:spcPts val="0"/>
                </a:spcAft>
                <a:buClr>
                  <a:srgbClr val="000000"/>
                </a:buClr>
                <a:buSzPts val="2156"/>
                <a:buFont typeface="Arial"/>
                <a:buNone/>
              </a:pPr>
              <a:r>
                <a:t/>
              </a:r>
              <a:endParaRPr b="0" i="0" sz="2155" u="none" cap="none" strike="noStrike">
                <a:solidFill>
                  <a:schemeClr val="dk1"/>
                </a:solidFill>
                <a:latin typeface="Arial"/>
                <a:ea typeface="Arial"/>
                <a:cs typeface="Arial"/>
                <a:sym typeface="Arial"/>
              </a:endParaRPr>
            </a:p>
          </p:txBody>
        </p:sp>
        <p:sp>
          <p:nvSpPr>
            <p:cNvPr id="246" name="Google Shape;246;g3c9d1bd252f_0_149"/>
            <p:cNvSpPr/>
            <p:nvPr/>
          </p:nvSpPr>
          <p:spPr>
            <a:xfrm>
              <a:off x="1293175" y="3935775"/>
              <a:ext cx="122750" cy="12225"/>
            </a:xfrm>
            <a:custGeom>
              <a:rect b="b" l="l" r="r" t="t"/>
              <a:pathLst>
                <a:path extrusionOk="0" h="489" w="4910">
                  <a:moveTo>
                    <a:pt x="245" y="0"/>
                  </a:moveTo>
                  <a:lnTo>
                    <a:pt x="147" y="25"/>
                  </a:lnTo>
                  <a:lnTo>
                    <a:pt x="74" y="73"/>
                  </a:lnTo>
                  <a:lnTo>
                    <a:pt x="25" y="147"/>
                  </a:lnTo>
                  <a:lnTo>
                    <a:pt x="1" y="244"/>
                  </a:lnTo>
                  <a:lnTo>
                    <a:pt x="25" y="342"/>
                  </a:lnTo>
                  <a:lnTo>
                    <a:pt x="74" y="415"/>
                  </a:lnTo>
                  <a:lnTo>
                    <a:pt x="147" y="464"/>
                  </a:lnTo>
                  <a:lnTo>
                    <a:pt x="245" y="489"/>
                  </a:lnTo>
                  <a:lnTo>
                    <a:pt x="4666" y="489"/>
                  </a:lnTo>
                  <a:lnTo>
                    <a:pt x="4763" y="464"/>
                  </a:lnTo>
                  <a:lnTo>
                    <a:pt x="4837" y="415"/>
                  </a:lnTo>
                  <a:lnTo>
                    <a:pt x="4885" y="342"/>
                  </a:lnTo>
                  <a:lnTo>
                    <a:pt x="4910" y="244"/>
                  </a:lnTo>
                  <a:lnTo>
                    <a:pt x="4885" y="147"/>
                  </a:lnTo>
                  <a:lnTo>
                    <a:pt x="4837" y="73"/>
                  </a:lnTo>
                  <a:lnTo>
                    <a:pt x="4763" y="25"/>
                  </a:lnTo>
                  <a:lnTo>
                    <a:pt x="4666" y="0"/>
                  </a:lnTo>
                  <a:close/>
                </a:path>
              </a:pathLst>
            </a:custGeom>
            <a:solidFill>
              <a:schemeClr val="accent2"/>
            </a:solidFill>
            <a:ln>
              <a:noFill/>
            </a:ln>
          </p:spPr>
          <p:txBody>
            <a:bodyPr anchorCtr="0" anchor="ctr" bIns="138300" lIns="138300" spcFirstLastPara="1" rIns="138300" wrap="square" tIns="138300">
              <a:noAutofit/>
            </a:bodyPr>
            <a:lstStyle/>
            <a:p>
              <a:pPr indent="0" lvl="0" marL="0" marR="0" rtl="0" algn="l">
                <a:lnSpc>
                  <a:spcPct val="100000"/>
                </a:lnSpc>
                <a:spcBef>
                  <a:spcPts val="0"/>
                </a:spcBef>
                <a:spcAft>
                  <a:spcPts val="0"/>
                </a:spcAft>
                <a:buClr>
                  <a:srgbClr val="000000"/>
                </a:buClr>
                <a:buSzPts val="2156"/>
                <a:buFont typeface="Arial"/>
                <a:buNone/>
              </a:pPr>
              <a:r>
                <a:t/>
              </a:r>
              <a:endParaRPr b="0" i="0" sz="2155" u="none" cap="none" strike="noStrike">
                <a:solidFill>
                  <a:schemeClr val="dk1"/>
                </a:solidFill>
                <a:latin typeface="Arial"/>
                <a:ea typeface="Arial"/>
                <a:cs typeface="Arial"/>
                <a:sym typeface="Arial"/>
              </a:endParaRPr>
            </a:p>
          </p:txBody>
        </p:sp>
        <p:sp>
          <p:nvSpPr>
            <p:cNvPr id="247" name="Google Shape;247;g3c9d1bd252f_0_149"/>
            <p:cNvSpPr/>
            <p:nvPr/>
          </p:nvSpPr>
          <p:spPr>
            <a:xfrm>
              <a:off x="1570375" y="3901575"/>
              <a:ext cx="62300" cy="40325"/>
            </a:xfrm>
            <a:custGeom>
              <a:rect b="b" l="l" r="r" t="t"/>
              <a:pathLst>
                <a:path extrusionOk="0" h="1613" w="2492">
                  <a:moveTo>
                    <a:pt x="392" y="0"/>
                  </a:moveTo>
                  <a:lnTo>
                    <a:pt x="294" y="25"/>
                  </a:lnTo>
                  <a:lnTo>
                    <a:pt x="221" y="74"/>
                  </a:lnTo>
                  <a:lnTo>
                    <a:pt x="147" y="147"/>
                  </a:lnTo>
                  <a:lnTo>
                    <a:pt x="99" y="220"/>
                  </a:lnTo>
                  <a:lnTo>
                    <a:pt x="50" y="294"/>
                  </a:lnTo>
                  <a:lnTo>
                    <a:pt x="25" y="391"/>
                  </a:lnTo>
                  <a:lnTo>
                    <a:pt x="1" y="489"/>
                  </a:lnTo>
                  <a:lnTo>
                    <a:pt x="1" y="1124"/>
                  </a:lnTo>
                  <a:lnTo>
                    <a:pt x="25" y="1222"/>
                  </a:lnTo>
                  <a:lnTo>
                    <a:pt x="50" y="1319"/>
                  </a:lnTo>
                  <a:lnTo>
                    <a:pt x="99" y="1393"/>
                  </a:lnTo>
                  <a:lnTo>
                    <a:pt x="147" y="1466"/>
                  </a:lnTo>
                  <a:lnTo>
                    <a:pt x="221" y="1515"/>
                  </a:lnTo>
                  <a:lnTo>
                    <a:pt x="294" y="1564"/>
                  </a:lnTo>
                  <a:lnTo>
                    <a:pt x="392" y="1588"/>
                  </a:lnTo>
                  <a:lnTo>
                    <a:pt x="489" y="1612"/>
                  </a:lnTo>
                  <a:lnTo>
                    <a:pt x="2004" y="1612"/>
                  </a:lnTo>
                  <a:lnTo>
                    <a:pt x="2101" y="1588"/>
                  </a:lnTo>
                  <a:lnTo>
                    <a:pt x="2199" y="1564"/>
                  </a:lnTo>
                  <a:lnTo>
                    <a:pt x="2272" y="1515"/>
                  </a:lnTo>
                  <a:lnTo>
                    <a:pt x="2345" y="1466"/>
                  </a:lnTo>
                  <a:lnTo>
                    <a:pt x="2394" y="1393"/>
                  </a:lnTo>
                  <a:lnTo>
                    <a:pt x="2443" y="1319"/>
                  </a:lnTo>
                  <a:lnTo>
                    <a:pt x="2492" y="1222"/>
                  </a:lnTo>
                  <a:lnTo>
                    <a:pt x="2492" y="1124"/>
                  </a:lnTo>
                  <a:lnTo>
                    <a:pt x="2492" y="489"/>
                  </a:lnTo>
                  <a:lnTo>
                    <a:pt x="2492" y="391"/>
                  </a:lnTo>
                  <a:lnTo>
                    <a:pt x="2443" y="294"/>
                  </a:lnTo>
                  <a:lnTo>
                    <a:pt x="2394" y="220"/>
                  </a:lnTo>
                  <a:lnTo>
                    <a:pt x="2345" y="147"/>
                  </a:lnTo>
                  <a:lnTo>
                    <a:pt x="2272" y="74"/>
                  </a:lnTo>
                  <a:lnTo>
                    <a:pt x="2199" y="25"/>
                  </a:lnTo>
                  <a:lnTo>
                    <a:pt x="2101" y="0"/>
                  </a:lnTo>
                  <a:close/>
                </a:path>
              </a:pathLst>
            </a:custGeom>
            <a:solidFill>
              <a:schemeClr val="accent2"/>
            </a:solidFill>
            <a:ln>
              <a:noFill/>
            </a:ln>
          </p:spPr>
          <p:txBody>
            <a:bodyPr anchorCtr="0" anchor="ctr" bIns="138300" lIns="138300" spcFirstLastPara="1" rIns="138300" wrap="square" tIns="138300">
              <a:noAutofit/>
            </a:bodyPr>
            <a:lstStyle/>
            <a:p>
              <a:pPr indent="0" lvl="0" marL="0" marR="0" rtl="0" algn="l">
                <a:lnSpc>
                  <a:spcPct val="100000"/>
                </a:lnSpc>
                <a:spcBef>
                  <a:spcPts val="0"/>
                </a:spcBef>
                <a:spcAft>
                  <a:spcPts val="0"/>
                </a:spcAft>
                <a:buClr>
                  <a:srgbClr val="000000"/>
                </a:buClr>
                <a:buSzPts val="2156"/>
                <a:buFont typeface="Arial"/>
                <a:buNone/>
              </a:pPr>
              <a:r>
                <a:t/>
              </a:r>
              <a:endParaRPr b="0" i="0" sz="2155" u="none" cap="none" strike="noStrike">
                <a:solidFill>
                  <a:schemeClr val="dk1"/>
                </a:solidFill>
                <a:latin typeface="Arial"/>
                <a:ea typeface="Arial"/>
                <a:cs typeface="Arial"/>
                <a:sym typeface="Arial"/>
              </a:endParaRPr>
            </a:p>
          </p:txBody>
        </p:sp>
      </p:grpSp>
      <p:sp>
        <p:nvSpPr>
          <p:cNvPr id="248" name="Google Shape;248;g3c9d1bd252f_0_149"/>
          <p:cNvSpPr/>
          <p:nvPr/>
        </p:nvSpPr>
        <p:spPr>
          <a:xfrm>
            <a:off x="1234491" y="1384482"/>
            <a:ext cx="1679571" cy="990897"/>
          </a:xfrm>
          <a:custGeom>
            <a:rect b="b" l="l" r="r" t="t"/>
            <a:pathLst>
              <a:path extrusionOk="0" h="13141" w="22274">
                <a:moveTo>
                  <a:pt x="14532" y="3786"/>
                </a:moveTo>
                <a:lnTo>
                  <a:pt x="11747" y="7084"/>
                </a:lnTo>
                <a:lnTo>
                  <a:pt x="11577" y="7035"/>
                </a:lnTo>
                <a:lnTo>
                  <a:pt x="11406" y="6986"/>
                </a:lnTo>
                <a:lnTo>
                  <a:pt x="11235" y="6937"/>
                </a:lnTo>
                <a:lnTo>
                  <a:pt x="10893" y="6937"/>
                </a:lnTo>
                <a:lnTo>
                  <a:pt x="10746" y="6961"/>
                </a:lnTo>
                <a:lnTo>
                  <a:pt x="9207" y="3786"/>
                </a:lnTo>
                <a:close/>
                <a:moveTo>
                  <a:pt x="7034" y="6082"/>
                </a:moveTo>
                <a:lnTo>
                  <a:pt x="7229" y="6302"/>
                </a:lnTo>
                <a:lnTo>
                  <a:pt x="7400" y="6522"/>
                </a:lnTo>
                <a:lnTo>
                  <a:pt x="7571" y="6766"/>
                </a:lnTo>
                <a:lnTo>
                  <a:pt x="7718" y="7010"/>
                </a:lnTo>
                <a:lnTo>
                  <a:pt x="7840" y="7279"/>
                </a:lnTo>
                <a:lnTo>
                  <a:pt x="7937" y="7572"/>
                </a:lnTo>
                <a:lnTo>
                  <a:pt x="8011" y="7841"/>
                </a:lnTo>
                <a:lnTo>
                  <a:pt x="8060" y="8134"/>
                </a:lnTo>
                <a:lnTo>
                  <a:pt x="5422" y="8134"/>
                </a:lnTo>
                <a:lnTo>
                  <a:pt x="7034" y="6082"/>
                </a:lnTo>
                <a:close/>
                <a:moveTo>
                  <a:pt x="8475" y="4275"/>
                </a:moveTo>
                <a:lnTo>
                  <a:pt x="9965" y="7352"/>
                </a:lnTo>
                <a:lnTo>
                  <a:pt x="9769" y="7523"/>
                </a:lnTo>
                <a:lnTo>
                  <a:pt x="9623" y="7743"/>
                </a:lnTo>
                <a:lnTo>
                  <a:pt x="9525" y="7963"/>
                </a:lnTo>
                <a:lnTo>
                  <a:pt x="9427" y="8183"/>
                </a:lnTo>
                <a:lnTo>
                  <a:pt x="9061" y="8183"/>
                </a:lnTo>
                <a:lnTo>
                  <a:pt x="8988" y="7767"/>
                </a:lnTo>
                <a:lnTo>
                  <a:pt x="8890" y="7377"/>
                </a:lnTo>
                <a:lnTo>
                  <a:pt x="8768" y="6986"/>
                </a:lnTo>
                <a:lnTo>
                  <a:pt x="8597" y="6619"/>
                </a:lnTo>
                <a:lnTo>
                  <a:pt x="8402" y="6253"/>
                </a:lnTo>
                <a:lnTo>
                  <a:pt x="8182" y="5936"/>
                </a:lnTo>
                <a:lnTo>
                  <a:pt x="7937" y="5618"/>
                </a:lnTo>
                <a:lnTo>
                  <a:pt x="7644" y="5325"/>
                </a:lnTo>
                <a:lnTo>
                  <a:pt x="8475" y="4275"/>
                </a:lnTo>
                <a:close/>
                <a:moveTo>
                  <a:pt x="11161" y="8012"/>
                </a:moveTo>
                <a:lnTo>
                  <a:pt x="11259" y="8060"/>
                </a:lnTo>
                <a:lnTo>
                  <a:pt x="11381" y="8109"/>
                </a:lnTo>
                <a:lnTo>
                  <a:pt x="11454" y="8183"/>
                </a:lnTo>
                <a:lnTo>
                  <a:pt x="11528" y="8280"/>
                </a:lnTo>
                <a:lnTo>
                  <a:pt x="11577" y="8378"/>
                </a:lnTo>
                <a:lnTo>
                  <a:pt x="11625" y="8476"/>
                </a:lnTo>
                <a:lnTo>
                  <a:pt x="11625" y="8598"/>
                </a:lnTo>
                <a:lnTo>
                  <a:pt x="11625" y="8695"/>
                </a:lnTo>
                <a:lnTo>
                  <a:pt x="11577" y="8818"/>
                </a:lnTo>
                <a:lnTo>
                  <a:pt x="11528" y="8915"/>
                </a:lnTo>
                <a:lnTo>
                  <a:pt x="11454" y="9013"/>
                </a:lnTo>
                <a:lnTo>
                  <a:pt x="11381" y="9062"/>
                </a:lnTo>
                <a:lnTo>
                  <a:pt x="11259" y="9135"/>
                </a:lnTo>
                <a:lnTo>
                  <a:pt x="11161" y="9159"/>
                </a:lnTo>
                <a:lnTo>
                  <a:pt x="11039" y="9184"/>
                </a:lnTo>
                <a:lnTo>
                  <a:pt x="10942" y="9159"/>
                </a:lnTo>
                <a:lnTo>
                  <a:pt x="10819" y="9135"/>
                </a:lnTo>
                <a:lnTo>
                  <a:pt x="10722" y="9062"/>
                </a:lnTo>
                <a:lnTo>
                  <a:pt x="10624" y="9013"/>
                </a:lnTo>
                <a:lnTo>
                  <a:pt x="10575" y="8915"/>
                </a:lnTo>
                <a:lnTo>
                  <a:pt x="10502" y="8818"/>
                </a:lnTo>
                <a:lnTo>
                  <a:pt x="10477" y="8695"/>
                </a:lnTo>
                <a:lnTo>
                  <a:pt x="10453" y="8598"/>
                </a:lnTo>
                <a:lnTo>
                  <a:pt x="10477" y="8476"/>
                </a:lnTo>
                <a:lnTo>
                  <a:pt x="10502" y="8378"/>
                </a:lnTo>
                <a:lnTo>
                  <a:pt x="10575" y="8280"/>
                </a:lnTo>
                <a:lnTo>
                  <a:pt x="10624" y="8183"/>
                </a:lnTo>
                <a:lnTo>
                  <a:pt x="10722" y="8109"/>
                </a:lnTo>
                <a:lnTo>
                  <a:pt x="10819" y="8060"/>
                </a:lnTo>
                <a:lnTo>
                  <a:pt x="10942" y="8012"/>
                </a:lnTo>
                <a:close/>
                <a:moveTo>
                  <a:pt x="4811" y="5081"/>
                </a:moveTo>
                <a:lnTo>
                  <a:pt x="5056" y="5105"/>
                </a:lnTo>
                <a:lnTo>
                  <a:pt x="5275" y="5154"/>
                </a:lnTo>
                <a:lnTo>
                  <a:pt x="5520" y="5203"/>
                </a:lnTo>
                <a:lnTo>
                  <a:pt x="5739" y="5276"/>
                </a:lnTo>
                <a:lnTo>
                  <a:pt x="5959" y="5374"/>
                </a:lnTo>
                <a:lnTo>
                  <a:pt x="6179" y="5472"/>
                </a:lnTo>
                <a:lnTo>
                  <a:pt x="6374" y="5569"/>
                </a:lnTo>
                <a:lnTo>
                  <a:pt x="4640" y="7816"/>
                </a:lnTo>
                <a:lnTo>
                  <a:pt x="4396" y="7816"/>
                </a:lnTo>
                <a:lnTo>
                  <a:pt x="4250" y="7865"/>
                </a:lnTo>
                <a:lnTo>
                  <a:pt x="4127" y="7938"/>
                </a:lnTo>
                <a:lnTo>
                  <a:pt x="4005" y="8036"/>
                </a:lnTo>
                <a:lnTo>
                  <a:pt x="3908" y="8158"/>
                </a:lnTo>
                <a:lnTo>
                  <a:pt x="3834" y="8280"/>
                </a:lnTo>
                <a:lnTo>
                  <a:pt x="3786" y="8427"/>
                </a:lnTo>
                <a:lnTo>
                  <a:pt x="3761" y="8598"/>
                </a:lnTo>
                <a:lnTo>
                  <a:pt x="3786" y="8744"/>
                </a:lnTo>
                <a:lnTo>
                  <a:pt x="3834" y="8891"/>
                </a:lnTo>
                <a:lnTo>
                  <a:pt x="3908" y="9037"/>
                </a:lnTo>
                <a:lnTo>
                  <a:pt x="4005" y="9135"/>
                </a:lnTo>
                <a:lnTo>
                  <a:pt x="4127" y="9233"/>
                </a:lnTo>
                <a:lnTo>
                  <a:pt x="4250" y="9306"/>
                </a:lnTo>
                <a:lnTo>
                  <a:pt x="4396" y="9355"/>
                </a:lnTo>
                <a:lnTo>
                  <a:pt x="4543" y="9379"/>
                </a:lnTo>
                <a:lnTo>
                  <a:pt x="4738" y="9355"/>
                </a:lnTo>
                <a:lnTo>
                  <a:pt x="4933" y="9282"/>
                </a:lnTo>
                <a:lnTo>
                  <a:pt x="5080" y="9159"/>
                </a:lnTo>
                <a:lnTo>
                  <a:pt x="5227" y="9013"/>
                </a:lnTo>
                <a:lnTo>
                  <a:pt x="8060" y="9013"/>
                </a:lnTo>
                <a:lnTo>
                  <a:pt x="8011" y="9330"/>
                </a:lnTo>
                <a:lnTo>
                  <a:pt x="7937" y="9648"/>
                </a:lnTo>
                <a:lnTo>
                  <a:pt x="7815" y="9965"/>
                </a:lnTo>
                <a:lnTo>
                  <a:pt x="7693" y="10259"/>
                </a:lnTo>
                <a:lnTo>
                  <a:pt x="7522" y="10527"/>
                </a:lnTo>
                <a:lnTo>
                  <a:pt x="7351" y="10771"/>
                </a:lnTo>
                <a:lnTo>
                  <a:pt x="7156" y="11016"/>
                </a:lnTo>
                <a:lnTo>
                  <a:pt x="6912" y="11235"/>
                </a:lnTo>
                <a:lnTo>
                  <a:pt x="6667" y="11431"/>
                </a:lnTo>
                <a:lnTo>
                  <a:pt x="6423" y="11626"/>
                </a:lnTo>
                <a:lnTo>
                  <a:pt x="6130" y="11773"/>
                </a:lnTo>
                <a:lnTo>
                  <a:pt x="5837" y="11895"/>
                </a:lnTo>
                <a:lnTo>
                  <a:pt x="5544" y="12017"/>
                </a:lnTo>
                <a:lnTo>
                  <a:pt x="5227" y="12090"/>
                </a:lnTo>
                <a:lnTo>
                  <a:pt x="4885" y="12139"/>
                </a:lnTo>
                <a:lnTo>
                  <a:pt x="4201" y="12139"/>
                </a:lnTo>
                <a:lnTo>
                  <a:pt x="3834" y="12066"/>
                </a:lnTo>
                <a:lnTo>
                  <a:pt x="3517" y="11993"/>
                </a:lnTo>
                <a:lnTo>
                  <a:pt x="3175" y="11870"/>
                </a:lnTo>
                <a:lnTo>
                  <a:pt x="2882" y="11724"/>
                </a:lnTo>
                <a:lnTo>
                  <a:pt x="2589" y="11553"/>
                </a:lnTo>
                <a:lnTo>
                  <a:pt x="2320" y="11333"/>
                </a:lnTo>
                <a:lnTo>
                  <a:pt x="2052" y="11113"/>
                </a:lnTo>
                <a:lnTo>
                  <a:pt x="1832" y="10869"/>
                </a:lnTo>
                <a:lnTo>
                  <a:pt x="1636" y="10576"/>
                </a:lnTo>
                <a:lnTo>
                  <a:pt x="1441" y="10283"/>
                </a:lnTo>
                <a:lnTo>
                  <a:pt x="1294" y="9990"/>
                </a:lnTo>
                <a:lnTo>
                  <a:pt x="1172" y="9672"/>
                </a:lnTo>
                <a:lnTo>
                  <a:pt x="1099" y="9330"/>
                </a:lnTo>
                <a:lnTo>
                  <a:pt x="1050" y="8964"/>
                </a:lnTo>
                <a:lnTo>
                  <a:pt x="1026" y="8598"/>
                </a:lnTo>
                <a:lnTo>
                  <a:pt x="1050" y="8256"/>
                </a:lnTo>
                <a:lnTo>
                  <a:pt x="1099" y="7889"/>
                </a:lnTo>
                <a:lnTo>
                  <a:pt x="1172" y="7548"/>
                </a:lnTo>
                <a:lnTo>
                  <a:pt x="1294" y="7230"/>
                </a:lnTo>
                <a:lnTo>
                  <a:pt x="1441" y="6913"/>
                </a:lnTo>
                <a:lnTo>
                  <a:pt x="1636" y="6644"/>
                </a:lnTo>
                <a:lnTo>
                  <a:pt x="1832" y="6351"/>
                </a:lnTo>
                <a:lnTo>
                  <a:pt x="2052" y="6107"/>
                </a:lnTo>
                <a:lnTo>
                  <a:pt x="2320" y="5887"/>
                </a:lnTo>
                <a:lnTo>
                  <a:pt x="2589" y="5667"/>
                </a:lnTo>
                <a:lnTo>
                  <a:pt x="2882" y="5496"/>
                </a:lnTo>
                <a:lnTo>
                  <a:pt x="3175" y="5349"/>
                </a:lnTo>
                <a:lnTo>
                  <a:pt x="3517" y="5227"/>
                </a:lnTo>
                <a:lnTo>
                  <a:pt x="3834" y="5154"/>
                </a:lnTo>
                <a:lnTo>
                  <a:pt x="4201" y="5081"/>
                </a:lnTo>
                <a:close/>
                <a:moveTo>
                  <a:pt x="18097" y="5081"/>
                </a:moveTo>
                <a:lnTo>
                  <a:pt x="18464" y="5154"/>
                </a:lnTo>
                <a:lnTo>
                  <a:pt x="18806" y="5227"/>
                </a:lnTo>
                <a:lnTo>
                  <a:pt x="19123" y="5349"/>
                </a:lnTo>
                <a:lnTo>
                  <a:pt x="19441" y="5496"/>
                </a:lnTo>
                <a:lnTo>
                  <a:pt x="19734" y="5667"/>
                </a:lnTo>
                <a:lnTo>
                  <a:pt x="20002" y="5887"/>
                </a:lnTo>
                <a:lnTo>
                  <a:pt x="20247" y="6107"/>
                </a:lnTo>
                <a:lnTo>
                  <a:pt x="20466" y="6351"/>
                </a:lnTo>
                <a:lnTo>
                  <a:pt x="20686" y="6644"/>
                </a:lnTo>
                <a:lnTo>
                  <a:pt x="20857" y="6913"/>
                </a:lnTo>
                <a:lnTo>
                  <a:pt x="21004" y="7230"/>
                </a:lnTo>
                <a:lnTo>
                  <a:pt x="21126" y="7548"/>
                </a:lnTo>
                <a:lnTo>
                  <a:pt x="21199" y="7889"/>
                </a:lnTo>
                <a:lnTo>
                  <a:pt x="21272" y="8256"/>
                </a:lnTo>
                <a:lnTo>
                  <a:pt x="21272" y="8598"/>
                </a:lnTo>
                <a:lnTo>
                  <a:pt x="21272" y="8964"/>
                </a:lnTo>
                <a:lnTo>
                  <a:pt x="21199" y="9330"/>
                </a:lnTo>
                <a:lnTo>
                  <a:pt x="21126" y="9672"/>
                </a:lnTo>
                <a:lnTo>
                  <a:pt x="21004" y="9990"/>
                </a:lnTo>
                <a:lnTo>
                  <a:pt x="20857" y="10283"/>
                </a:lnTo>
                <a:lnTo>
                  <a:pt x="20686" y="10576"/>
                </a:lnTo>
                <a:lnTo>
                  <a:pt x="20466" y="10869"/>
                </a:lnTo>
                <a:lnTo>
                  <a:pt x="20247" y="11113"/>
                </a:lnTo>
                <a:lnTo>
                  <a:pt x="20002" y="11333"/>
                </a:lnTo>
                <a:lnTo>
                  <a:pt x="19734" y="11553"/>
                </a:lnTo>
                <a:lnTo>
                  <a:pt x="19441" y="11724"/>
                </a:lnTo>
                <a:lnTo>
                  <a:pt x="19123" y="11870"/>
                </a:lnTo>
                <a:lnTo>
                  <a:pt x="18806" y="11993"/>
                </a:lnTo>
                <a:lnTo>
                  <a:pt x="18464" y="12066"/>
                </a:lnTo>
                <a:lnTo>
                  <a:pt x="18097" y="12139"/>
                </a:lnTo>
                <a:lnTo>
                  <a:pt x="17389" y="12139"/>
                </a:lnTo>
                <a:lnTo>
                  <a:pt x="17023" y="12066"/>
                </a:lnTo>
                <a:lnTo>
                  <a:pt x="16705" y="11993"/>
                </a:lnTo>
                <a:lnTo>
                  <a:pt x="16363" y="11870"/>
                </a:lnTo>
                <a:lnTo>
                  <a:pt x="16070" y="11724"/>
                </a:lnTo>
                <a:lnTo>
                  <a:pt x="15777" y="11553"/>
                </a:lnTo>
                <a:lnTo>
                  <a:pt x="15509" y="11333"/>
                </a:lnTo>
                <a:lnTo>
                  <a:pt x="15240" y="11113"/>
                </a:lnTo>
                <a:lnTo>
                  <a:pt x="15020" y="10869"/>
                </a:lnTo>
                <a:lnTo>
                  <a:pt x="14825" y="10576"/>
                </a:lnTo>
                <a:lnTo>
                  <a:pt x="14629" y="10283"/>
                </a:lnTo>
                <a:lnTo>
                  <a:pt x="14483" y="9990"/>
                </a:lnTo>
                <a:lnTo>
                  <a:pt x="14361" y="9672"/>
                </a:lnTo>
                <a:lnTo>
                  <a:pt x="14287" y="9330"/>
                </a:lnTo>
                <a:lnTo>
                  <a:pt x="14239" y="8964"/>
                </a:lnTo>
                <a:lnTo>
                  <a:pt x="14214" y="8598"/>
                </a:lnTo>
                <a:lnTo>
                  <a:pt x="14214" y="8354"/>
                </a:lnTo>
                <a:lnTo>
                  <a:pt x="14239" y="8109"/>
                </a:lnTo>
                <a:lnTo>
                  <a:pt x="14287" y="7889"/>
                </a:lnTo>
                <a:lnTo>
                  <a:pt x="14336" y="7645"/>
                </a:lnTo>
                <a:lnTo>
                  <a:pt x="14410" y="7425"/>
                </a:lnTo>
                <a:lnTo>
                  <a:pt x="14507" y="7206"/>
                </a:lnTo>
                <a:lnTo>
                  <a:pt x="14605" y="6986"/>
                </a:lnTo>
                <a:lnTo>
                  <a:pt x="14703" y="6790"/>
                </a:lnTo>
                <a:lnTo>
                  <a:pt x="14849" y="6595"/>
                </a:lnTo>
                <a:lnTo>
                  <a:pt x="14971" y="6424"/>
                </a:lnTo>
                <a:lnTo>
                  <a:pt x="15118" y="6229"/>
                </a:lnTo>
                <a:lnTo>
                  <a:pt x="15289" y="6082"/>
                </a:lnTo>
                <a:lnTo>
                  <a:pt x="15460" y="5911"/>
                </a:lnTo>
                <a:lnTo>
                  <a:pt x="15631" y="5765"/>
                </a:lnTo>
                <a:lnTo>
                  <a:pt x="15826" y="5643"/>
                </a:lnTo>
                <a:lnTo>
                  <a:pt x="16022" y="5520"/>
                </a:lnTo>
                <a:lnTo>
                  <a:pt x="17096" y="8134"/>
                </a:lnTo>
                <a:lnTo>
                  <a:pt x="17023" y="8231"/>
                </a:lnTo>
                <a:lnTo>
                  <a:pt x="16974" y="8354"/>
                </a:lnTo>
                <a:lnTo>
                  <a:pt x="16950" y="8476"/>
                </a:lnTo>
                <a:lnTo>
                  <a:pt x="16925" y="8598"/>
                </a:lnTo>
                <a:lnTo>
                  <a:pt x="16950" y="8744"/>
                </a:lnTo>
                <a:lnTo>
                  <a:pt x="16998" y="8891"/>
                </a:lnTo>
                <a:lnTo>
                  <a:pt x="17072" y="9037"/>
                </a:lnTo>
                <a:lnTo>
                  <a:pt x="17169" y="9135"/>
                </a:lnTo>
                <a:lnTo>
                  <a:pt x="17292" y="9233"/>
                </a:lnTo>
                <a:lnTo>
                  <a:pt x="17414" y="9306"/>
                </a:lnTo>
                <a:lnTo>
                  <a:pt x="17560" y="9355"/>
                </a:lnTo>
                <a:lnTo>
                  <a:pt x="17731" y="9379"/>
                </a:lnTo>
                <a:lnTo>
                  <a:pt x="17878" y="9355"/>
                </a:lnTo>
                <a:lnTo>
                  <a:pt x="18024" y="9306"/>
                </a:lnTo>
                <a:lnTo>
                  <a:pt x="18146" y="9233"/>
                </a:lnTo>
                <a:lnTo>
                  <a:pt x="18268" y="9135"/>
                </a:lnTo>
                <a:lnTo>
                  <a:pt x="18366" y="9037"/>
                </a:lnTo>
                <a:lnTo>
                  <a:pt x="18439" y="8891"/>
                </a:lnTo>
                <a:lnTo>
                  <a:pt x="18488" y="8744"/>
                </a:lnTo>
                <a:lnTo>
                  <a:pt x="18513" y="8598"/>
                </a:lnTo>
                <a:lnTo>
                  <a:pt x="18488" y="8451"/>
                </a:lnTo>
                <a:lnTo>
                  <a:pt x="18464" y="8329"/>
                </a:lnTo>
                <a:lnTo>
                  <a:pt x="18391" y="8207"/>
                </a:lnTo>
                <a:lnTo>
                  <a:pt x="18317" y="8085"/>
                </a:lnTo>
                <a:lnTo>
                  <a:pt x="18220" y="7987"/>
                </a:lnTo>
                <a:lnTo>
                  <a:pt x="18122" y="7914"/>
                </a:lnTo>
                <a:lnTo>
                  <a:pt x="18000" y="7865"/>
                </a:lnTo>
                <a:lnTo>
                  <a:pt x="17853" y="7816"/>
                </a:lnTo>
                <a:lnTo>
                  <a:pt x="16803" y="5203"/>
                </a:lnTo>
                <a:lnTo>
                  <a:pt x="17023" y="5154"/>
                </a:lnTo>
                <a:lnTo>
                  <a:pt x="17267" y="5105"/>
                </a:lnTo>
                <a:lnTo>
                  <a:pt x="17511" y="5081"/>
                </a:lnTo>
                <a:close/>
                <a:moveTo>
                  <a:pt x="6252" y="1"/>
                </a:moveTo>
                <a:lnTo>
                  <a:pt x="6179" y="25"/>
                </a:lnTo>
                <a:lnTo>
                  <a:pt x="6106" y="74"/>
                </a:lnTo>
                <a:lnTo>
                  <a:pt x="6057" y="123"/>
                </a:lnTo>
                <a:lnTo>
                  <a:pt x="6008" y="196"/>
                </a:lnTo>
                <a:lnTo>
                  <a:pt x="5959" y="245"/>
                </a:lnTo>
                <a:lnTo>
                  <a:pt x="5935" y="343"/>
                </a:lnTo>
                <a:lnTo>
                  <a:pt x="5935" y="416"/>
                </a:lnTo>
                <a:lnTo>
                  <a:pt x="5959" y="660"/>
                </a:lnTo>
                <a:lnTo>
                  <a:pt x="6057" y="978"/>
                </a:lnTo>
                <a:lnTo>
                  <a:pt x="6106" y="1124"/>
                </a:lnTo>
                <a:lnTo>
                  <a:pt x="6179" y="1222"/>
                </a:lnTo>
                <a:lnTo>
                  <a:pt x="6252" y="1320"/>
                </a:lnTo>
                <a:lnTo>
                  <a:pt x="6350" y="1344"/>
                </a:lnTo>
                <a:lnTo>
                  <a:pt x="7107" y="1344"/>
                </a:lnTo>
                <a:lnTo>
                  <a:pt x="8084" y="3396"/>
                </a:lnTo>
                <a:lnTo>
                  <a:pt x="6985" y="4788"/>
                </a:lnTo>
                <a:lnTo>
                  <a:pt x="6716" y="4617"/>
                </a:lnTo>
                <a:lnTo>
                  <a:pt x="6423" y="4470"/>
                </a:lnTo>
                <a:lnTo>
                  <a:pt x="6130" y="4348"/>
                </a:lnTo>
                <a:lnTo>
                  <a:pt x="5813" y="4250"/>
                </a:lnTo>
                <a:lnTo>
                  <a:pt x="5495" y="4177"/>
                </a:lnTo>
                <a:lnTo>
                  <a:pt x="5178" y="4104"/>
                </a:lnTo>
                <a:lnTo>
                  <a:pt x="4860" y="4079"/>
                </a:lnTo>
                <a:lnTo>
                  <a:pt x="4030" y="4079"/>
                </a:lnTo>
                <a:lnTo>
                  <a:pt x="3590" y="4153"/>
                </a:lnTo>
                <a:lnTo>
                  <a:pt x="3151" y="4275"/>
                </a:lnTo>
                <a:lnTo>
                  <a:pt x="2735" y="4421"/>
                </a:lnTo>
                <a:lnTo>
                  <a:pt x="2345" y="4617"/>
                </a:lnTo>
                <a:lnTo>
                  <a:pt x="1978" y="4837"/>
                </a:lnTo>
                <a:lnTo>
                  <a:pt x="1636" y="5105"/>
                </a:lnTo>
                <a:lnTo>
                  <a:pt x="1319" y="5398"/>
                </a:lnTo>
                <a:lnTo>
                  <a:pt x="1026" y="5716"/>
                </a:lnTo>
                <a:lnTo>
                  <a:pt x="782" y="6058"/>
                </a:lnTo>
                <a:lnTo>
                  <a:pt x="537" y="6449"/>
                </a:lnTo>
                <a:lnTo>
                  <a:pt x="366" y="6839"/>
                </a:lnTo>
                <a:lnTo>
                  <a:pt x="220" y="7254"/>
                </a:lnTo>
                <a:lnTo>
                  <a:pt x="98" y="7670"/>
                </a:lnTo>
                <a:lnTo>
                  <a:pt x="24" y="8134"/>
                </a:lnTo>
                <a:lnTo>
                  <a:pt x="0" y="8598"/>
                </a:lnTo>
                <a:lnTo>
                  <a:pt x="24" y="9062"/>
                </a:lnTo>
                <a:lnTo>
                  <a:pt x="98" y="9501"/>
                </a:lnTo>
                <a:lnTo>
                  <a:pt x="220" y="9941"/>
                </a:lnTo>
                <a:lnTo>
                  <a:pt x="366" y="10356"/>
                </a:lnTo>
                <a:lnTo>
                  <a:pt x="562" y="10747"/>
                </a:lnTo>
                <a:lnTo>
                  <a:pt x="782" y="11138"/>
                </a:lnTo>
                <a:lnTo>
                  <a:pt x="1050" y="11480"/>
                </a:lnTo>
                <a:lnTo>
                  <a:pt x="1343" y="11797"/>
                </a:lnTo>
                <a:lnTo>
                  <a:pt x="1661" y="12090"/>
                </a:lnTo>
                <a:lnTo>
                  <a:pt x="2003" y="12359"/>
                </a:lnTo>
                <a:lnTo>
                  <a:pt x="2369" y="12579"/>
                </a:lnTo>
                <a:lnTo>
                  <a:pt x="2760" y="12774"/>
                </a:lnTo>
                <a:lnTo>
                  <a:pt x="3175" y="12945"/>
                </a:lnTo>
                <a:lnTo>
                  <a:pt x="3615" y="13043"/>
                </a:lnTo>
                <a:lnTo>
                  <a:pt x="4079" y="13116"/>
                </a:lnTo>
                <a:lnTo>
                  <a:pt x="4518" y="13140"/>
                </a:lnTo>
                <a:lnTo>
                  <a:pt x="4982" y="13116"/>
                </a:lnTo>
                <a:lnTo>
                  <a:pt x="5397" y="13043"/>
                </a:lnTo>
                <a:lnTo>
                  <a:pt x="5813" y="12945"/>
                </a:lnTo>
                <a:lnTo>
                  <a:pt x="6228" y="12823"/>
                </a:lnTo>
                <a:lnTo>
                  <a:pt x="6594" y="12628"/>
                </a:lnTo>
                <a:lnTo>
                  <a:pt x="6961" y="12432"/>
                </a:lnTo>
                <a:lnTo>
                  <a:pt x="7302" y="12188"/>
                </a:lnTo>
                <a:lnTo>
                  <a:pt x="7620" y="11919"/>
                </a:lnTo>
                <a:lnTo>
                  <a:pt x="7913" y="11626"/>
                </a:lnTo>
                <a:lnTo>
                  <a:pt x="8182" y="11309"/>
                </a:lnTo>
                <a:lnTo>
                  <a:pt x="8402" y="10967"/>
                </a:lnTo>
                <a:lnTo>
                  <a:pt x="8597" y="10625"/>
                </a:lnTo>
                <a:lnTo>
                  <a:pt x="8768" y="10234"/>
                </a:lnTo>
                <a:lnTo>
                  <a:pt x="8890" y="9843"/>
                </a:lnTo>
                <a:lnTo>
                  <a:pt x="8988" y="9428"/>
                </a:lnTo>
                <a:lnTo>
                  <a:pt x="9061" y="9013"/>
                </a:lnTo>
                <a:lnTo>
                  <a:pt x="9427" y="9013"/>
                </a:lnTo>
                <a:lnTo>
                  <a:pt x="9525" y="9282"/>
                </a:lnTo>
                <a:lnTo>
                  <a:pt x="9647" y="9501"/>
                </a:lnTo>
                <a:lnTo>
                  <a:pt x="9818" y="9721"/>
                </a:lnTo>
                <a:lnTo>
                  <a:pt x="10013" y="9892"/>
                </a:lnTo>
                <a:lnTo>
                  <a:pt x="10233" y="10039"/>
                </a:lnTo>
                <a:lnTo>
                  <a:pt x="10477" y="10161"/>
                </a:lnTo>
                <a:lnTo>
                  <a:pt x="10746" y="10234"/>
                </a:lnTo>
                <a:lnTo>
                  <a:pt x="11186" y="10234"/>
                </a:lnTo>
                <a:lnTo>
                  <a:pt x="11357" y="10210"/>
                </a:lnTo>
                <a:lnTo>
                  <a:pt x="11503" y="10161"/>
                </a:lnTo>
                <a:lnTo>
                  <a:pt x="11674" y="10112"/>
                </a:lnTo>
                <a:lnTo>
                  <a:pt x="11821" y="10039"/>
                </a:lnTo>
                <a:lnTo>
                  <a:pt x="11943" y="9965"/>
                </a:lnTo>
                <a:lnTo>
                  <a:pt x="12065" y="9868"/>
                </a:lnTo>
                <a:lnTo>
                  <a:pt x="12187" y="9770"/>
                </a:lnTo>
                <a:lnTo>
                  <a:pt x="12309" y="9648"/>
                </a:lnTo>
                <a:lnTo>
                  <a:pt x="12382" y="9526"/>
                </a:lnTo>
                <a:lnTo>
                  <a:pt x="12480" y="9379"/>
                </a:lnTo>
                <a:lnTo>
                  <a:pt x="12553" y="9233"/>
                </a:lnTo>
                <a:lnTo>
                  <a:pt x="12602" y="9086"/>
                </a:lnTo>
                <a:lnTo>
                  <a:pt x="12651" y="8915"/>
                </a:lnTo>
                <a:lnTo>
                  <a:pt x="12676" y="8769"/>
                </a:lnTo>
                <a:lnTo>
                  <a:pt x="12676" y="8598"/>
                </a:lnTo>
                <a:lnTo>
                  <a:pt x="12651" y="8329"/>
                </a:lnTo>
                <a:lnTo>
                  <a:pt x="12602" y="8085"/>
                </a:lnTo>
                <a:lnTo>
                  <a:pt x="12505" y="7865"/>
                </a:lnTo>
                <a:lnTo>
                  <a:pt x="12358" y="7645"/>
                </a:lnTo>
                <a:lnTo>
                  <a:pt x="15411" y="4055"/>
                </a:lnTo>
                <a:lnTo>
                  <a:pt x="15631" y="4592"/>
                </a:lnTo>
                <a:lnTo>
                  <a:pt x="15362" y="4739"/>
                </a:lnTo>
                <a:lnTo>
                  <a:pt x="15093" y="4910"/>
                </a:lnTo>
                <a:lnTo>
                  <a:pt x="14849" y="5105"/>
                </a:lnTo>
                <a:lnTo>
                  <a:pt x="14605" y="5301"/>
                </a:lnTo>
                <a:lnTo>
                  <a:pt x="14385" y="5520"/>
                </a:lnTo>
                <a:lnTo>
                  <a:pt x="14190" y="5765"/>
                </a:lnTo>
                <a:lnTo>
                  <a:pt x="14019" y="6009"/>
                </a:lnTo>
                <a:lnTo>
                  <a:pt x="13848" y="6253"/>
                </a:lnTo>
                <a:lnTo>
                  <a:pt x="13701" y="6522"/>
                </a:lnTo>
                <a:lnTo>
                  <a:pt x="13579" y="6790"/>
                </a:lnTo>
                <a:lnTo>
                  <a:pt x="13457" y="7084"/>
                </a:lnTo>
                <a:lnTo>
                  <a:pt x="13359" y="7377"/>
                </a:lnTo>
                <a:lnTo>
                  <a:pt x="13286" y="7670"/>
                </a:lnTo>
                <a:lnTo>
                  <a:pt x="13237" y="7963"/>
                </a:lnTo>
                <a:lnTo>
                  <a:pt x="13213" y="8280"/>
                </a:lnTo>
                <a:lnTo>
                  <a:pt x="13188" y="8598"/>
                </a:lnTo>
                <a:lnTo>
                  <a:pt x="13213" y="9062"/>
                </a:lnTo>
                <a:lnTo>
                  <a:pt x="13286" y="9501"/>
                </a:lnTo>
                <a:lnTo>
                  <a:pt x="13408" y="9941"/>
                </a:lnTo>
                <a:lnTo>
                  <a:pt x="13555" y="10356"/>
                </a:lnTo>
                <a:lnTo>
                  <a:pt x="13750" y="10747"/>
                </a:lnTo>
                <a:lnTo>
                  <a:pt x="13970" y="11138"/>
                </a:lnTo>
                <a:lnTo>
                  <a:pt x="14239" y="11480"/>
                </a:lnTo>
                <a:lnTo>
                  <a:pt x="14532" y="11797"/>
                </a:lnTo>
                <a:lnTo>
                  <a:pt x="14849" y="12090"/>
                </a:lnTo>
                <a:lnTo>
                  <a:pt x="15191" y="12359"/>
                </a:lnTo>
                <a:lnTo>
                  <a:pt x="15582" y="12579"/>
                </a:lnTo>
                <a:lnTo>
                  <a:pt x="15973" y="12774"/>
                </a:lnTo>
                <a:lnTo>
                  <a:pt x="16388" y="12945"/>
                </a:lnTo>
                <a:lnTo>
                  <a:pt x="16827" y="13043"/>
                </a:lnTo>
                <a:lnTo>
                  <a:pt x="17267" y="13116"/>
                </a:lnTo>
                <a:lnTo>
                  <a:pt x="17756" y="13140"/>
                </a:lnTo>
                <a:lnTo>
                  <a:pt x="18195" y="13116"/>
                </a:lnTo>
                <a:lnTo>
                  <a:pt x="18659" y="13043"/>
                </a:lnTo>
                <a:lnTo>
                  <a:pt x="19099" y="12945"/>
                </a:lnTo>
                <a:lnTo>
                  <a:pt x="19514" y="12774"/>
                </a:lnTo>
                <a:lnTo>
                  <a:pt x="19905" y="12579"/>
                </a:lnTo>
                <a:lnTo>
                  <a:pt x="20271" y="12359"/>
                </a:lnTo>
                <a:lnTo>
                  <a:pt x="20613" y="12090"/>
                </a:lnTo>
                <a:lnTo>
                  <a:pt x="20931" y="11797"/>
                </a:lnTo>
                <a:lnTo>
                  <a:pt x="21224" y="11480"/>
                </a:lnTo>
                <a:lnTo>
                  <a:pt x="21492" y="11138"/>
                </a:lnTo>
                <a:lnTo>
                  <a:pt x="21712" y="10747"/>
                </a:lnTo>
                <a:lnTo>
                  <a:pt x="21907" y="10356"/>
                </a:lnTo>
                <a:lnTo>
                  <a:pt x="22054" y="9941"/>
                </a:lnTo>
                <a:lnTo>
                  <a:pt x="22176" y="9501"/>
                </a:lnTo>
                <a:lnTo>
                  <a:pt x="22249" y="9062"/>
                </a:lnTo>
                <a:lnTo>
                  <a:pt x="22274" y="8598"/>
                </a:lnTo>
                <a:lnTo>
                  <a:pt x="22249" y="8134"/>
                </a:lnTo>
                <a:lnTo>
                  <a:pt x="22176" y="7670"/>
                </a:lnTo>
                <a:lnTo>
                  <a:pt x="22054" y="7230"/>
                </a:lnTo>
                <a:lnTo>
                  <a:pt x="21907" y="6815"/>
                </a:lnTo>
                <a:lnTo>
                  <a:pt x="21712" y="6424"/>
                </a:lnTo>
                <a:lnTo>
                  <a:pt x="21492" y="6058"/>
                </a:lnTo>
                <a:lnTo>
                  <a:pt x="21224" y="5691"/>
                </a:lnTo>
                <a:lnTo>
                  <a:pt x="20931" y="5374"/>
                </a:lnTo>
                <a:lnTo>
                  <a:pt x="20613" y="5081"/>
                </a:lnTo>
                <a:lnTo>
                  <a:pt x="20271" y="4812"/>
                </a:lnTo>
                <a:lnTo>
                  <a:pt x="19905" y="4592"/>
                </a:lnTo>
                <a:lnTo>
                  <a:pt x="19514" y="4397"/>
                </a:lnTo>
                <a:lnTo>
                  <a:pt x="19099" y="4250"/>
                </a:lnTo>
                <a:lnTo>
                  <a:pt x="18659" y="4128"/>
                </a:lnTo>
                <a:lnTo>
                  <a:pt x="18195" y="4079"/>
                </a:lnTo>
                <a:lnTo>
                  <a:pt x="17756" y="4055"/>
                </a:lnTo>
                <a:lnTo>
                  <a:pt x="17414" y="4055"/>
                </a:lnTo>
                <a:lnTo>
                  <a:pt x="17072" y="4104"/>
                </a:lnTo>
                <a:lnTo>
                  <a:pt x="16754" y="4153"/>
                </a:lnTo>
                <a:lnTo>
                  <a:pt x="16412" y="4250"/>
                </a:lnTo>
                <a:lnTo>
                  <a:pt x="15240" y="1344"/>
                </a:lnTo>
                <a:lnTo>
                  <a:pt x="16144" y="1344"/>
                </a:lnTo>
                <a:lnTo>
                  <a:pt x="15997" y="1515"/>
                </a:lnTo>
                <a:lnTo>
                  <a:pt x="15924" y="1564"/>
                </a:lnTo>
                <a:lnTo>
                  <a:pt x="15899" y="1637"/>
                </a:lnTo>
                <a:lnTo>
                  <a:pt x="15875" y="1735"/>
                </a:lnTo>
                <a:lnTo>
                  <a:pt x="15875" y="1808"/>
                </a:lnTo>
                <a:lnTo>
                  <a:pt x="15875" y="1881"/>
                </a:lnTo>
                <a:lnTo>
                  <a:pt x="15899" y="1955"/>
                </a:lnTo>
                <a:lnTo>
                  <a:pt x="15924" y="2028"/>
                </a:lnTo>
                <a:lnTo>
                  <a:pt x="15997" y="2101"/>
                </a:lnTo>
                <a:lnTo>
                  <a:pt x="16046" y="2150"/>
                </a:lnTo>
                <a:lnTo>
                  <a:pt x="16119" y="2199"/>
                </a:lnTo>
                <a:lnTo>
                  <a:pt x="16192" y="2223"/>
                </a:lnTo>
                <a:lnTo>
                  <a:pt x="16363" y="2223"/>
                </a:lnTo>
                <a:lnTo>
                  <a:pt x="16437" y="2199"/>
                </a:lnTo>
                <a:lnTo>
                  <a:pt x="16510" y="2150"/>
                </a:lnTo>
                <a:lnTo>
                  <a:pt x="16583" y="2101"/>
                </a:lnTo>
                <a:lnTo>
                  <a:pt x="16754" y="1930"/>
                </a:lnTo>
                <a:lnTo>
                  <a:pt x="16852" y="1808"/>
                </a:lnTo>
                <a:lnTo>
                  <a:pt x="16925" y="1662"/>
                </a:lnTo>
                <a:lnTo>
                  <a:pt x="16998" y="1491"/>
                </a:lnTo>
                <a:lnTo>
                  <a:pt x="17047" y="1320"/>
                </a:lnTo>
                <a:lnTo>
                  <a:pt x="17047" y="1124"/>
                </a:lnTo>
                <a:lnTo>
                  <a:pt x="16998" y="953"/>
                </a:lnTo>
                <a:lnTo>
                  <a:pt x="16901" y="807"/>
                </a:lnTo>
                <a:lnTo>
                  <a:pt x="16779" y="685"/>
                </a:lnTo>
                <a:lnTo>
                  <a:pt x="16657" y="587"/>
                </a:lnTo>
                <a:lnTo>
                  <a:pt x="16486" y="538"/>
                </a:lnTo>
                <a:lnTo>
                  <a:pt x="16339" y="489"/>
                </a:lnTo>
                <a:lnTo>
                  <a:pt x="16192" y="465"/>
                </a:lnTo>
                <a:lnTo>
                  <a:pt x="14629" y="465"/>
                </a:lnTo>
                <a:lnTo>
                  <a:pt x="14507" y="489"/>
                </a:lnTo>
                <a:lnTo>
                  <a:pt x="14434" y="514"/>
                </a:lnTo>
                <a:lnTo>
                  <a:pt x="14312" y="611"/>
                </a:lnTo>
                <a:lnTo>
                  <a:pt x="14239" y="709"/>
                </a:lnTo>
                <a:lnTo>
                  <a:pt x="14214" y="807"/>
                </a:lnTo>
                <a:lnTo>
                  <a:pt x="14214" y="929"/>
                </a:lnTo>
                <a:lnTo>
                  <a:pt x="14239" y="1027"/>
                </a:lnTo>
                <a:lnTo>
                  <a:pt x="14996" y="2883"/>
                </a:lnTo>
                <a:lnTo>
                  <a:pt x="8792" y="2883"/>
                </a:lnTo>
                <a:lnTo>
                  <a:pt x="8035" y="1344"/>
                </a:lnTo>
                <a:lnTo>
                  <a:pt x="9427" y="1344"/>
                </a:lnTo>
                <a:lnTo>
                  <a:pt x="9525" y="1320"/>
                </a:lnTo>
                <a:lnTo>
                  <a:pt x="9598" y="1295"/>
                </a:lnTo>
                <a:lnTo>
                  <a:pt x="9672" y="1271"/>
                </a:lnTo>
                <a:lnTo>
                  <a:pt x="9720" y="1222"/>
                </a:lnTo>
                <a:lnTo>
                  <a:pt x="9794" y="1149"/>
                </a:lnTo>
                <a:lnTo>
                  <a:pt x="9818" y="1075"/>
                </a:lnTo>
                <a:lnTo>
                  <a:pt x="9842" y="1002"/>
                </a:lnTo>
                <a:lnTo>
                  <a:pt x="9842" y="904"/>
                </a:lnTo>
                <a:lnTo>
                  <a:pt x="9842" y="831"/>
                </a:lnTo>
                <a:lnTo>
                  <a:pt x="9818" y="734"/>
                </a:lnTo>
                <a:lnTo>
                  <a:pt x="9794" y="685"/>
                </a:lnTo>
                <a:lnTo>
                  <a:pt x="9720" y="611"/>
                </a:lnTo>
                <a:lnTo>
                  <a:pt x="9672" y="563"/>
                </a:lnTo>
                <a:lnTo>
                  <a:pt x="9598" y="514"/>
                </a:lnTo>
                <a:lnTo>
                  <a:pt x="9525" y="489"/>
                </a:lnTo>
                <a:lnTo>
                  <a:pt x="9427" y="489"/>
                </a:lnTo>
                <a:lnTo>
                  <a:pt x="6350" y="1"/>
                </a:lnTo>
                <a:close/>
              </a:path>
            </a:pathLst>
          </a:custGeom>
          <a:solidFill>
            <a:schemeClr val="accent5"/>
          </a:solidFill>
          <a:ln>
            <a:noFill/>
          </a:ln>
        </p:spPr>
        <p:txBody>
          <a:bodyPr anchorCtr="0" anchor="ctr" bIns="138300" lIns="138300" spcFirstLastPara="1" rIns="138300" wrap="square" tIns="138300">
            <a:noAutofit/>
          </a:bodyPr>
          <a:lstStyle/>
          <a:p>
            <a:pPr indent="0" lvl="0" marL="0" marR="0" rtl="0" algn="l">
              <a:lnSpc>
                <a:spcPct val="100000"/>
              </a:lnSpc>
              <a:spcBef>
                <a:spcPts val="0"/>
              </a:spcBef>
              <a:spcAft>
                <a:spcPts val="0"/>
              </a:spcAft>
              <a:buClr>
                <a:srgbClr val="000000"/>
              </a:buClr>
              <a:buSzPts val="2156"/>
              <a:buFont typeface="Arial"/>
              <a:buNone/>
            </a:pPr>
            <a:r>
              <a:t/>
            </a:r>
            <a:endParaRPr b="0" i="0" sz="2155" u="none" cap="none" strike="noStrike">
              <a:solidFill>
                <a:schemeClr val="dk1"/>
              </a:solidFill>
              <a:latin typeface="Arial"/>
              <a:ea typeface="Arial"/>
              <a:cs typeface="Arial"/>
              <a:sym typeface="Arial"/>
            </a:endParaRPr>
          </a:p>
        </p:txBody>
      </p:sp>
      <p:sp>
        <p:nvSpPr>
          <p:cNvPr id="249" name="Google Shape;249;g3c9d1bd252f_0_149"/>
          <p:cNvSpPr/>
          <p:nvPr/>
        </p:nvSpPr>
        <p:spPr>
          <a:xfrm>
            <a:off x="5164072" y="4308432"/>
            <a:ext cx="1561800" cy="1081200"/>
          </a:xfrm>
          <a:prstGeom prst="wedgeEllipseCallout">
            <a:avLst>
              <a:gd fmla="val -20833" name="adj1"/>
              <a:gd fmla="val 62500" name="adj2"/>
            </a:avLst>
          </a:prstGeom>
          <a:solidFill>
            <a:schemeClr val="accent4"/>
          </a:solidFill>
          <a:ln cap="flat" cmpd="sng" w="14400">
            <a:solidFill>
              <a:schemeClr val="accent4"/>
            </a:solidFill>
            <a:prstDash val="solid"/>
            <a:round/>
            <a:headEnd len="sm" w="sm" type="none"/>
            <a:tailEnd len="sm" w="sm" type="none"/>
          </a:ln>
        </p:spPr>
        <p:txBody>
          <a:bodyPr anchorCtr="0" anchor="ctr" bIns="138300" lIns="138300" spcFirstLastPara="1" rIns="138300" wrap="square" tIns="138300">
            <a:noAutofit/>
          </a:bodyPr>
          <a:lstStyle/>
          <a:p>
            <a:pPr indent="0" lvl="0" marL="0" rtl="0" algn="l">
              <a:spcBef>
                <a:spcPts val="0"/>
              </a:spcBef>
              <a:spcAft>
                <a:spcPts val="0"/>
              </a:spcAft>
              <a:buNone/>
            </a:pPr>
            <a:r>
              <a:t/>
            </a:r>
            <a:endParaRPr/>
          </a:p>
        </p:txBody>
      </p:sp>
      <p:sp>
        <p:nvSpPr>
          <p:cNvPr id="250" name="Google Shape;250;g3c9d1bd252f_0_149"/>
          <p:cNvSpPr txBox="1"/>
          <p:nvPr>
            <p:ph idx="1" type="body"/>
          </p:nvPr>
        </p:nvSpPr>
        <p:spPr>
          <a:xfrm>
            <a:off x="3955056" y="5681268"/>
            <a:ext cx="3502800" cy="695400"/>
          </a:xfrm>
          <a:prstGeom prst="rect">
            <a:avLst/>
          </a:prstGeom>
          <a:solidFill>
            <a:srgbClr val="FFFFFF"/>
          </a:solidFill>
          <a:ln>
            <a:noFill/>
          </a:ln>
        </p:spPr>
        <p:txBody>
          <a:bodyPr anchorCtr="0" anchor="t" bIns="0" lIns="0" spcFirstLastPara="1" rIns="0" wrap="square" tIns="0">
            <a:noAutofit/>
          </a:bodyPr>
          <a:lstStyle/>
          <a:p>
            <a:pPr indent="0" lvl="0" marL="0" rtl="0" algn="ctr">
              <a:lnSpc>
                <a:spcPct val="100000"/>
              </a:lnSpc>
              <a:spcBef>
                <a:spcPts val="0"/>
              </a:spcBef>
              <a:spcAft>
                <a:spcPts val="908"/>
              </a:spcAft>
              <a:buSzPts val="2723"/>
              <a:buNone/>
            </a:pPr>
            <a:r>
              <a:rPr b="1" lang="en-US" sz="2722">
                <a:latin typeface="Montserrat"/>
                <a:ea typeface="Montserrat"/>
                <a:cs typeface="Montserrat"/>
                <a:sym typeface="Montserrat"/>
              </a:rPr>
              <a:t>Talk</a:t>
            </a:r>
            <a:endParaRPr b="1" sz="2722">
              <a:latin typeface="Montserrat"/>
              <a:ea typeface="Montserrat"/>
              <a:cs typeface="Montserrat"/>
              <a:sym typeface="Montserrat"/>
            </a:endParaRPr>
          </a:p>
        </p:txBody>
      </p:sp>
      <p:sp>
        <p:nvSpPr>
          <p:cNvPr id="251" name="Google Shape;251;g3c9d1bd252f_0_149"/>
          <p:cNvSpPr/>
          <p:nvPr/>
        </p:nvSpPr>
        <p:spPr>
          <a:xfrm>
            <a:off x="8808552" y="4273490"/>
            <a:ext cx="1772118" cy="1081404"/>
          </a:xfrm>
          <a:prstGeom prst="lightningBolt">
            <a:avLst/>
          </a:prstGeom>
          <a:solidFill>
            <a:schemeClr val="accent1"/>
          </a:solidFill>
          <a:ln cap="flat" cmpd="sng" w="14400">
            <a:solidFill>
              <a:schemeClr val="accent1"/>
            </a:solidFill>
            <a:prstDash val="solid"/>
            <a:round/>
            <a:headEnd len="sm" w="sm" type="none"/>
            <a:tailEnd len="sm" w="sm" type="none"/>
          </a:ln>
        </p:spPr>
        <p:txBody>
          <a:bodyPr anchorCtr="0" anchor="ctr" bIns="138300" lIns="138300" spcFirstLastPara="1" rIns="138300" wrap="square" tIns="138300">
            <a:noAutofit/>
          </a:bodyPr>
          <a:lstStyle/>
          <a:p>
            <a:pPr indent="0" lvl="0" marL="0" rtl="0" algn="l">
              <a:spcBef>
                <a:spcPts val="0"/>
              </a:spcBef>
              <a:spcAft>
                <a:spcPts val="0"/>
              </a:spcAft>
              <a:buNone/>
            </a:pPr>
            <a:r>
              <a:t/>
            </a:r>
            <a:endParaRPr/>
          </a:p>
        </p:txBody>
      </p:sp>
      <p:sp>
        <p:nvSpPr>
          <p:cNvPr id="252" name="Google Shape;252;g3c9d1bd252f_0_149"/>
          <p:cNvSpPr txBox="1"/>
          <p:nvPr>
            <p:ph idx="1" type="body"/>
          </p:nvPr>
        </p:nvSpPr>
        <p:spPr>
          <a:xfrm>
            <a:off x="8355327" y="5691403"/>
            <a:ext cx="3502800" cy="695400"/>
          </a:xfrm>
          <a:prstGeom prst="rect">
            <a:avLst/>
          </a:prstGeom>
          <a:solidFill>
            <a:srgbClr val="FFFFFF"/>
          </a:solidFill>
          <a:ln>
            <a:noFill/>
          </a:ln>
        </p:spPr>
        <p:txBody>
          <a:bodyPr anchorCtr="0" anchor="t" bIns="0" lIns="0" spcFirstLastPara="1" rIns="0" wrap="square" tIns="0">
            <a:noAutofit/>
          </a:bodyPr>
          <a:lstStyle/>
          <a:p>
            <a:pPr indent="0" lvl="0" marL="0" rtl="0" algn="ctr">
              <a:lnSpc>
                <a:spcPct val="100000"/>
              </a:lnSpc>
              <a:spcBef>
                <a:spcPts val="0"/>
              </a:spcBef>
              <a:spcAft>
                <a:spcPts val="908"/>
              </a:spcAft>
              <a:buSzPts val="2723"/>
              <a:buNone/>
            </a:pPr>
            <a:r>
              <a:rPr b="1" lang="en-US" sz="2722">
                <a:latin typeface="Montserrat"/>
                <a:ea typeface="Montserrat"/>
                <a:cs typeface="Montserrat"/>
                <a:sym typeface="Montserrat"/>
              </a:rPr>
              <a:t>Organize</a:t>
            </a:r>
            <a:endParaRPr b="1" sz="2722">
              <a:latin typeface="Montserrat"/>
              <a:ea typeface="Montserrat"/>
              <a:cs typeface="Montserrat"/>
              <a:sym typeface="Montserrat"/>
            </a:endParaRPr>
          </a:p>
        </p:txBody>
      </p:sp>
      <p:sp>
        <p:nvSpPr>
          <p:cNvPr id="253" name="Google Shape;253;g3c9d1bd252f_0_149"/>
          <p:cNvSpPr txBox="1"/>
          <p:nvPr>
            <p:ph idx="1" type="body"/>
          </p:nvPr>
        </p:nvSpPr>
        <p:spPr>
          <a:xfrm>
            <a:off x="503211" y="5657293"/>
            <a:ext cx="3502800" cy="695400"/>
          </a:xfrm>
          <a:prstGeom prst="rect">
            <a:avLst/>
          </a:prstGeom>
          <a:solidFill>
            <a:srgbClr val="FFFFFF"/>
          </a:solidFill>
          <a:ln>
            <a:noFill/>
          </a:ln>
        </p:spPr>
        <p:txBody>
          <a:bodyPr anchorCtr="0" anchor="t" bIns="0" lIns="0" spcFirstLastPara="1" rIns="0" wrap="square" tIns="0">
            <a:noAutofit/>
          </a:bodyPr>
          <a:lstStyle/>
          <a:p>
            <a:pPr indent="0" lvl="0" marL="0" rtl="0" algn="ctr">
              <a:lnSpc>
                <a:spcPct val="100000"/>
              </a:lnSpc>
              <a:spcBef>
                <a:spcPts val="0"/>
              </a:spcBef>
              <a:spcAft>
                <a:spcPts val="908"/>
              </a:spcAft>
              <a:buSzPts val="2723"/>
              <a:buNone/>
            </a:pPr>
            <a:r>
              <a:rPr b="1" lang="en-US" sz="2722">
                <a:latin typeface="Montserrat"/>
                <a:ea typeface="Montserrat"/>
                <a:cs typeface="Montserrat"/>
                <a:sym typeface="Montserrat"/>
              </a:rPr>
              <a:t>Awareness</a:t>
            </a:r>
            <a:endParaRPr b="1" sz="2722">
              <a:latin typeface="Montserrat"/>
              <a:ea typeface="Montserrat"/>
              <a:cs typeface="Montserrat"/>
              <a:sym typeface="Montserrat"/>
            </a:endParaRPr>
          </a:p>
        </p:txBody>
      </p:sp>
      <p:sp>
        <p:nvSpPr>
          <p:cNvPr id="254" name="Google Shape;254;g3c9d1bd252f_0_149"/>
          <p:cNvSpPr/>
          <p:nvPr/>
        </p:nvSpPr>
        <p:spPr>
          <a:xfrm>
            <a:off x="1719677" y="4429595"/>
            <a:ext cx="1017900" cy="925500"/>
          </a:xfrm>
          <a:prstGeom prst="heart">
            <a:avLst/>
          </a:prstGeom>
          <a:solidFill>
            <a:schemeClr val="accent6"/>
          </a:solidFill>
          <a:ln>
            <a:noFill/>
          </a:ln>
        </p:spPr>
        <p:txBody>
          <a:bodyPr anchorCtr="0" anchor="ctr" bIns="138300" lIns="138300" spcFirstLastPara="1" rIns="138300" wrap="square" tIns="138300">
            <a:noAutofit/>
          </a:bodyPr>
          <a:lstStyle/>
          <a:p>
            <a:pPr indent="0" lvl="0" marL="0" rtl="0" algn="ctr">
              <a:spcBef>
                <a:spcPts val="0"/>
              </a:spcBef>
              <a:spcAft>
                <a:spcPts val="0"/>
              </a:spcAft>
              <a:buNone/>
            </a:pPr>
            <a:r>
              <a:t/>
            </a:r>
            <a:endParaRPr sz="2155">
              <a:latin typeface="Montserrat Light"/>
              <a:ea typeface="Montserrat Light"/>
              <a:cs typeface="Montserrat Light"/>
              <a:sym typeface="Montserrat Light"/>
            </a:endParaRPr>
          </a:p>
        </p:txBody>
      </p:sp>
      <p:sp>
        <p:nvSpPr>
          <p:cNvPr id="255" name="Google Shape;255;g3c9d1bd252f_0_149"/>
          <p:cNvSpPr/>
          <p:nvPr/>
        </p:nvSpPr>
        <p:spPr>
          <a:xfrm>
            <a:off x="4225625" y="3926900"/>
            <a:ext cx="3377100" cy="2619300"/>
          </a:xfrm>
          <a:prstGeom prst="rect">
            <a:avLst/>
          </a:prstGeom>
          <a:no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56" name="Google Shape;256;g3c9d1bd252f_0_149"/>
          <p:cNvSpPr txBox="1"/>
          <p:nvPr/>
        </p:nvSpPr>
        <p:spPr>
          <a:xfrm>
            <a:off x="12028" y="0"/>
            <a:ext cx="12180000" cy="461700"/>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There are many ways to make a difference in our communities and move the needle on climate</a:t>
            </a:r>
            <a:endParaRPr b="1" i="1" sz="24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3c834546b9a_0_5"/>
          <p:cNvSpPr txBox="1"/>
          <p:nvPr/>
        </p:nvSpPr>
        <p:spPr>
          <a:xfrm>
            <a:off x="12028" y="0"/>
            <a:ext cx="12180000" cy="461700"/>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Personal stories of climate conversations</a:t>
            </a:r>
            <a:endParaRPr b="1" i="1" sz="2400">
              <a:solidFill>
                <a:schemeClr val="dk1"/>
              </a:solidFill>
              <a:latin typeface="Calibri"/>
              <a:ea typeface="Calibri"/>
              <a:cs typeface="Calibri"/>
              <a:sym typeface="Calibri"/>
            </a:endParaRPr>
          </a:p>
        </p:txBody>
      </p:sp>
      <p:pic>
        <p:nvPicPr>
          <p:cNvPr id="262" name="Google Shape;262;g3c834546b9a_0_5"/>
          <p:cNvPicPr preferRelativeResize="0"/>
          <p:nvPr/>
        </p:nvPicPr>
        <p:blipFill>
          <a:blip r:embed="rId3">
            <a:alphaModFix/>
          </a:blip>
          <a:stretch>
            <a:fillRect/>
          </a:stretch>
        </p:blipFill>
        <p:spPr>
          <a:xfrm>
            <a:off x="152400" y="614100"/>
            <a:ext cx="5059824" cy="2759899"/>
          </a:xfrm>
          <a:prstGeom prst="rect">
            <a:avLst/>
          </a:prstGeom>
          <a:noFill/>
          <a:ln>
            <a:noFill/>
          </a:ln>
        </p:spPr>
      </p:pic>
      <p:pic>
        <p:nvPicPr>
          <p:cNvPr id="263" name="Google Shape;263;g3c834546b9a_0_5"/>
          <p:cNvPicPr preferRelativeResize="0"/>
          <p:nvPr/>
        </p:nvPicPr>
        <p:blipFill>
          <a:blip r:embed="rId4">
            <a:alphaModFix/>
          </a:blip>
          <a:stretch>
            <a:fillRect/>
          </a:stretch>
        </p:blipFill>
        <p:spPr>
          <a:xfrm>
            <a:off x="3270950" y="3456561"/>
            <a:ext cx="5059826" cy="3373217"/>
          </a:xfrm>
          <a:prstGeom prst="rect">
            <a:avLst/>
          </a:prstGeom>
          <a:noFill/>
          <a:ln>
            <a:noFill/>
          </a:ln>
        </p:spPr>
      </p:pic>
      <p:sp>
        <p:nvSpPr>
          <p:cNvPr id="264" name="Google Shape;264;g3c834546b9a_0_5"/>
          <p:cNvSpPr txBox="1"/>
          <p:nvPr/>
        </p:nvSpPr>
        <p:spPr>
          <a:xfrm>
            <a:off x="9019725" y="1232050"/>
            <a:ext cx="3020700" cy="152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800">
                <a:solidFill>
                  <a:schemeClr val="dk1"/>
                </a:solidFill>
                <a:latin typeface="Calibri"/>
                <a:ea typeface="Calibri"/>
                <a:cs typeface="Calibri"/>
                <a:sym typeface="Calibri"/>
              </a:rPr>
              <a:t>Sometimes, things don’t go quite as planned</a:t>
            </a:r>
            <a:endParaRPr sz="2800">
              <a:solidFill>
                <a:schemeClr val="dk1"/>
              </a:solidFill>
              <a:latin typeface="Calibri"/>
              <a:ea typeface="Calibri"/>
              <a:cs typeface="Calibri"/>
              <a:sym typeface="Calibri"/>
            </a:endParaRPr>
          </a:p>
        </p:txBody>
      </p:sp>
      <p:sp>
        <p:nvSpPr>
          <p:cNvPr id="265" name="Google Shape;265;g3c834546b9a_0_5"/>
          <p:cNvSpPr txBox="1"/>
          <p:nvPr/>
        </p:nvSpPr>
        <p:spPr>
          <a:xfrm>
            <a:off x="12025" y="4234900"/>
            <a:ext cx="3020700" cy="152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800">
                <a:solidFill>
                  <a:schemeClr val="dk1"/>
                </a:solidFill>
                <a:latin typeface="Calibri"/>
                <a:ea typeface="Calibri"/>
                <a:cs typeface="Calibri"/>
                <a:sym typeface="Calibri"/>
              </a:rPr>
              <a:t>But s</a:t>
            </a:r>
            <a:r>
              <a:rPr lang="en-US" sz="2800">
                <a:solidFill>
                  <a:schemeClr val="dk1"/>
                </a:solidFill>
                <a:latin typeface="Calibri"/>
                <a:ea typeface="Calibri"/>
                <a:cs typeface="Calibri"/>
                <a:sym typeface="Calibri"/>
              </a:rPr>
              <a:t>ometimes, conversations can make a difference</a:t>
            </a:r>
            <a:endParaRPr sz="2800">
              <a:solidFill>
                <a:schemeClr val="dk1"/>
              </a:solidFill>
              <a:latin typeface="Calibri"/>
              <a:ea typeface="Calibri"/>
              <a:cs typeface="Calibri"/>
              <a:sym typeface="Calibri"/>
            </a:endParaRPr>
          </a:p>
        </p:txBody>
      </p:sp>
      <p:pic>
        <p:nvPicPr>
          <p:cNvPr id="266" name="Google Shape;266;g3c834546b9a_0_5"/>
          <p:cNvPicPr preferRelativeResize="0"/>
          <p:nvPr/>
        </p:nvPicPr>
        <p:blipFill>
          <a:blip r:embed="rId5">
            <a:alphaModFix/>
          </a:blip>
          <a:stretch>
            <a:fillRect/>
          </a:stretch>
        </p:blipFill>
        <p:spPr>
          <a:xfrm>
            <a:off x="8412625" y="3419000"/>
            <a:ext cx="3801452" cy="3373225"/>
          </a:xfrm>
          <a:prstGeom prst="rect">
            <a:avLst/>
          </a:prstGeom>
          <a:noFill/>
          <a:ln>
            <a:noFill/>
          </a:ln>
        </p:spPr>
      </p:pic>
      <p:pic>
        <p:nvPicPr>
          <p:cNvPr id="267" name="Google Shape;267;g3c834546b9a_0_5"/>
          <p:cNvPicPr preferRelativeResize="0"/>
          <p:nvPr/>
        </p:nvPicPr>
        <p:blipFill>
          <a:blip r:embed="rId6">
            <a:alphaModFix/>
          </a:blip>
          <a:stretch>
            <a:fillRect/>
          </a:stretch>
        </p:blipFill>
        <p:spPr>
          <a:xfrm>
            <a:off x="5364625" y="614100"/>
            <a:ext cx="3679866" cy="27598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g3c834546b9a_0_66"/>
          <p:cNvSpPr txBox="1"/>
          <p:nvPr>
            <p:ph type="title"/>
          </p:nvPr>
        </p:nvSpPr>
        <p:spPr>
          <a:xfrm>
            <a:off x="1140400" y="747648"/>
            <a:ext cx="9911100" cy="528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4000"/>
              <a:buNone/>
            </a:pPr>
            <a:r>
              <a:rPr lang="en-US"/>
              <a:t>Dialogue Agreement</a:t>
            </a:r>
            <a:endParaRPr/>
          </a:p>
        </p:txBody>
      </p:sp>
      <p:sp>
        <p:nvSpPr>
          <p:cNvPr id="273" name="Google Shape;273;g3c834546b9a_0_66"/>
          <p:cNvSpPr txBox="1"/>
          <p:nvPr>
            <p:ph idx="1" type="body"/>
          </p:nvPr>
        </p:nvSpPr>
        <p:spPr>
          <a:xfrm>
            <a:off x="1140400" y="1539844"/>
            <a:ext cx="9911100" cy="40452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3200"/>
              <a:buNone/>
            </a:pPr>
            <a:r>
              <a:rPr lang="en-US" sz="2700"/>
              <a:t>In Every Chair, A Leader</a:t>
            </a:r>
            <a:endParaRPr sz="2700"/>
          </a:p>
          <a:p>
            <a:pPr indent="0" lvl="0" marL="0" rtl="0" algn="l">
              <a:lnSpc>
                <a:spcPct val="100000"/>
              </a:lnSpc>
              <a:spcBef>
                <a:spcPts val="0"/>
              </a:spcBef>
              <a:spcAft>
                <a:spcPts val="0"/>
              </a:spcAft>
              <a:buSzPts val="3200"/>
              <a:buNone/>
            </a:pPr>
            <a:r>
              <a:rPr lang="en-US" sz="2700"/>
              <a:t>Speak with Care for Others</a:t>
            </a:r>
            <a:endParaRPr sz="2700"/>
          </a:p>
          <a:p>
            <a:pPr indent="0" lvl="0" marL="0" rtl="0" algn="l">
              <a:lnSpc>
                <a:spcPct val="100000"/>
              </a:lnSpc>
              <a:spcBef>
                <a:spcPts val="0"/>
              </a:spcBef>
              <a:spcAft>
                <a:spcPts val="0"/>
              </a:spcAft>
              <a:buSzPts val="3200"/>
              <a:buNone/>
            </a:pPr>
            <a:r>
              <a:rPr lang="en-US" sz="2700"/>
              <a:t>Value Each Others Time </a:t>
            </a:r>
            <a:endParaRPr sz="2700"/>
          </a:p>
          <a:p>
            <a:pPr indent="0" lvl="0" marL="0" rtl="0" algn="l">
              <a:lnSpc>
                <a:spcPct val="100000"/>
              </a:lnSpc>
              <a:spcBef>
                <a:spcPts val="0"/>
              </a:spcBef>
              <a:spcAft>
                <a:spcPts val="0"/>
              </a:spcAft>
              <a:buSzPts val="3200"/>
              <a:buNone/>
            </a:pPr>
            <a:r>
              <a:rPr lang="en-US" sz="2700"/>
              <a:t>Listen Deeply</a:t>
            </a:r>
            <a:endParaRPr sz="2700"/>
          </a:p>
          <a:p>
            <a:pPr indent="0" lvl="0" marL="0" rtl="0" algn="l">
              <a:lnSpc>
                <a:spcPct val="100000"/>
              </a:lnSpc>
              <a:spcBef>
                <a:spcPts val="0"/>
              </a:spcBef>
              <a:spcAft>
                <a:spcPts val="0"/>
              </a:spcAft>
              <a:buSzPts val="3200"/>
              <a:buNone/>
            </a:pPr>
            <a:r>
              <a:rPr lang="en-US" sz="2700"/>
              <a:t>Safe Space for Meaningful Conversation</a:t>
            </a:r>
            <a:endParaRPr sz="2700"/>
          </a:p>
          <a:p>
            <a:pPr indent="0" lvl="0" marL="0" rtl="0" algn="l">
              <a:lnSpc>
                <a:spcPct val="100000"/>
              </a:lnSpc>
              <a:spcBef>
                <a:spcPts val="0"/>
              </a:spcBef>
              <a:spcAft>
                <a:spcPts val="0"/>
              </a:spcAft>
              <a:buSzPts val="3200"/>
              <a:buNone/>
            </a:pPr>
            <a:r>
              <a:rPr lang="en-US" sz="2700"/>
              <a:t>Our Value of humor</a:t>
            </a:r>
            <a:endParaRPr sz="2700"/>
          </a:p>
          <a:p>
            <a:pPr indent="0" lvl="0" marL="0" rtl="0" algn="l">
              <a:lnSpc>
                <a:spcPct val="100000"/>
              </a:lnSpc>
              <a:spcBef>
                <a:spcPts val="0"/>
              </a:spcBef>
              <a:spcAft>
                <a:spcPts val="0"/>
              </a:spcAft>
              <a:buSzPts val="3200"/>
              <a:buNone/>
            </a:pPr>
            <a:r>
              <a:rPr lang="en-US" sz="2700"/>
              <a:t>Be Present and Engaged</a:t>
            </a:r>
            <a:endParaRPr sz="2700"/>
          </a:p>
          <a:p>
            <a:pPr indent="0" lvl="0" marL="0" rtl="0" algn="l">
              <a:lnSpc>
                <a:spcPct val="100000"/>
              </a:lnSpc>
              <a:spcBef>
                <a:spcPts val="0"/>
              </a:spcBef>
              <a:spcAft>
                <a:spcPts val="0"/>
              </a:spcAft>
              <a:buSzPts val="3200"/>
              <a:buNone/>
            </a:pPr>
            <a:r>
              <a:rPr lang="en-US" sz="2700"/>
              <a:t>Take Care of Yourself, Take Care of Others</a:t>
            </a:r>
            <a:endParaRPr sz="2700"/>
          </a:p>
          <a:p>
            <a:pPr indent="0" lvl="0" marL="0" rtl="0" algn="l">
              <a:lnSpc>
                <a:spcPct val="100000"/>
              </a:lnSpc>
              <a:spcBef>
                <a:spcPts val="0"/>
              </a:spcBef>
              <a:spcAft>
                <a:spcPts val="0"/>
              </a:spcAft>
              <a:buSzPts val="3200"/>
              <a:buNone/>
            </a:pPr>
            <a:r>
              <a:rPr lang="en-US" sz="2700"/>
              <a:t>Allow Disagreements to Happen</a:t>
            </a:r>
            <a:endParaRPr sz="2700"/>
          </a:p>
          <a:p>
            <a:pPr indent="0" lvl="0" marL="0" rtl="0" algn="l">
              <a:lnSpc>
                <a:spcPct val="100000"/>
              </a:lnSpc>
              <a:spcBef>
                <a:spcPts val="0"/>
              </a:spcBef>
              <a:spcAft>
                <a:spcPts val="0"/>
              </a:spcAft>
              <a:buSzPts val="3200"/>
              <a:buNone/>
            </a:pPr>
            <a:r>
              <a:rPr lang="en-US" sz="2700"/>
              <a:t>Others?</a:t>
            </a:r>
            <a:endParaRPr/>
          </a:p>
          <a:p>
            <a:pPr indent="0" lvl="0" marL="0" rtl="0" algn="l">
              <a:lnSpc>
                <a:spcPct val="100000"/>
              </a:lnSpc>
              <a:spcBef>
                <a:spcPts val="0"/>
              </a:spcBef>
              <a:spcAft>
                <a:spcPts val="0"/>
              </a:spcAft>
              <a:buSzPts val="3200"/>
              <a:buNone/>
            </a:pPr>
            <a:r>
              <a:t/>
            </a:r>
            <a:endParaRPr/>
          </a:p>
          <a:p>
            <a:pPr indent="0" lvl="0" marL="0" rtl="0" algn="l">
              <a:lnSpc>
                <a:spcPct val="100000"/>
              </a:lnSpc>
              <a:spcBef>
                <a:spcPts val="0"/>
              </a:spcBef>
              <a:spcAft>
                <a:spcPts val="0"/>
              </a:spcAft>
              <a:buSzPts val="3200"/>
              <a:buNone/>
            </a:pPr>
            <a:r>
              <a:rPr lang="en-US" sz="1600"/>
              <a:t>Credit: First Alaskans Institute  </a:t>
            </a:r>
            <a:endParaRPr sz="1600"/>
          </a:p>
          <a:p>
            <a:pPr indent="0" lvl="0" marL="0" rtl="0" algn="l">
              <a:lnSpc>
                <a:spcPct val="100000"/>
              </a:lnSpc>
              <a:spcBef>
                <a:spcPts val="0"/>
              </a:spcBef>
              <a:spcAft>
                <a:spcPts val="0"/>
              </a:spcAft>
              <a:buSzPts val="3200"/>
              <a:buNone/>
            </a:pPr>
            <a:r>
              <a:t/>
            </a:r>
            <a:endParaRPr/>
          </a:p>
        </p:txBody>
      </p:sp>
      <p:sp>
        <p:nvSpPr>
          <p:cNvPr id="274" name="Google Shape;274;g3c834546b9a_0_66"/>
          <p:cNvSpPr txBox="1"/>
          <p:nvPr/>
        </p:nvSpPr>
        <p:spPr>
          <a:xfrm>
            <a:off x="12028" y="0"/>
            <a:ext cx="12180000" cy="461700"/>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Dialogue agreement</a:t>
            </a:r>
            <a:endParaRPr b="1" i="1" sz="24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g3c9d1bd252f_0_15"/>
          <p:cNvSpPr txBox="1"/>
          <p:nvPr>
            <p:ph idx="1" type="body"/>
          </p:nvPr>
        </p:nvSpPr>
        <p:spPr>
          <a:xfrm>
            <a:off x="204775" y="666389"/>
            <a:ext cx="11794500" cy="5722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3200"/>
              <a:buNone/>
            </a:pPr>
            <a:r>
              <a:rPr b="1" lang="en-US"/>
              <a:t>Part 1 (5 minutes): </a:t>
            </a:r>
            <a:endParaRPr/>
          </a:p>
          <a:p>
            <a:pPr indent="0" lvl="0" marL="0" rtl="0" algn="l">
              <a:lnSpc>
                <a:spcPct val="100000"/>
              </a:lnSpc>
              <a:spcBef>
                <a:spcPts val="0"/>
              </a:spcBef>
              <a:spcAft>
                <a:spcPts val="0"/>
              </a:spcAft>
              <a:buSzPts val="3200"/>
              <a:buNone/>
            </a:pPr>
            <a:r>
              <a:rPr lang="en-US"/>
              <a:t>Write about a conversation you had about climate change. Who was there and what happened?</a:t>
            </a:r>
            <a:endParaRPr/>
          </a:p>
          <a:p>
            <a:pPr indent="0" lvl="0" marL="0" rtl="0" algn="l">
              <a:lnSpc>
                <a:spcPct val="100000"/>
              </a:lnSpc>
              <a:spcBef>
                <a:spcPts val="0"/>
              </a:spcBef>
              <a:spcAft>
                <a:spcPts val="0"/>
              </a:spcAft>
              <a:buSzPts val="3200"/>
              <a:buNone/>
            </a:pPr>
            <a:r>
              <a:t/>
            </a:r>
            <a:endParaRPr sz="1000"/>
          </a:p>
          <a:p>
            <a:pPr indent="0" lvl="0" marL="0" rtl="0" algn="l">
              <a:lnSpc>
                <a:spcPct val="100000"/>
              </a:lnSpc>
              <a:spcBef>
                <a:spcPts val="0"/>
              </a:spcBef>
              <a:spcAft>
                <a:spcPts val="0"/>
              </a:spcAft>
              <a:buSzPts val="3200"/>
              <a:buNone/>
            </a:pPr>
            <a:r>
              <a:rPr b="1" lang="en-US"/>
              <a:t>Part 2 (10 minutes):</a:t>
            </a:r>
            <a:endParaRPr b="1"/>
          </a:p>
          <a:p>
            <a:pPr indent="0" lvl="0" marL="0" rtl="0" algn="l">
              <a:lnSpc>
                <a:spcPct val="100000"/>
              </a:lnSpc>
              <a:spcBef>
                <a:spcPts val="0"/>
              </a:spcBef>
              <a:spcAft>
                <a:spcPts val="0"/>
              </a:spcAft>
              <a:buSzPts val="3200"/>
              <a:buNone/>
            </a:pPr>
            <a:r>
              <a:rPr lang="en-US"/>
              <a:t>Share the story of your climate conversation with your neighbors.</a:t>
            </a:r>
            <a:endParaRPr/>
          </a:p>
          <a:p>
            <a:pPr indent="0" lvl="0" marL="0" rtl="0" algn="l">
              <a:lnSpc>
                <a:spcPct val="100000"/>
              </a:lnSpc>
              <a:spcBef>
                <a:spcPts val="0"/>
              </a:spcBef>
              <a:spcAft>
                <a:spcPts val="0"/>
              </a:spcAft>
              <a:buSzPts val="3200"/>
              <a:buNone/>
            </a:pPr>
            <a:r>
              <a:t/>
            </a:r>
            <a:endParaRPr sz="1000"/>
          </a:p>
          <a:p>
            <a:pPr indent="0" lvl="0" marL="0" rtl="0" algn="l">
              <a:lnSpc>
                <a:spcPct val="100000"/>
              </a:lnSpc>
              <a:spcBef>
                <a:spcPts val="0"/>
              </a:spcBef>
              <a:spcAft>
                <a:spcPts val="0"/>
              </a:spcAft>
              <a:buSzPts val="3200"/>
              <a:buNone/>
            </a:pPr>
            <a:r>
              <a:rPr b="1" lang="en-US"/>
              <a:t>Part 3 (10 minutes): </a:t>
            </a:r>
            <a:endParaRPr b="1"/>
          </a:p>
          <a:p>
            <a:pPr indent="0" lvl="0" marL="0" rtl="0" algn="l">
              <a:lnSpc>
                <a:spcPct val="100000"/>
              </a:lnSpc>
              <a:spcBef>
                <a:spcPts val="0"/>
              </a:spcBef>
              <a:spcAft>
                <a:spcPts val="0"/>
              </a:spcAft>
              <a:buSzPts val="3200"/>
              <a:buNone/>
            </a:pPr>
            <a:r>
              <a:rPr lang="en-US"/>
              <a:t>As a group, using your increasing climate change knowledge, personal climate map observations, and climate communication strategies, what might have helped this conversation go better? Would you have said anything different?</a:t>
            </a:r>
            <a:endParaRPr/>
          </a:p>
          <a:p>
            <a:pPr indent="0" lvl="0" marL="0" rtl="0" algn="l">
              <a:lnSpc>
                <a:spcPct val="100000"/>
              </a:lnSpc>
              <a:spcBef>
                <a:spcPts val="0"/>
              </a:spcBef>
              <a:spcAft>
                <a:spcPts val="0"/>
              </a:spcAft>
              <a:buSzPts val="3200"/>
              <a:buNone/>
            </a:pPr>
            <a:r>
              <a:t/>
            </a:r>
            <a:endParaRPr sz="1000"/>
          </a:p>
          <a:p>
            <a:pPr indent="0" lvl="0" marL="0" rtl="0" algn="l">
              <a:lnSpc>
                <a:spcPct val="100000"/>
              </a:lnSpc>
              <a:spcBef>
                <a:spcPts val="0"/>
              </a:spcBef>
              <a:spcAft>
                <a:spcPts val="0"/>
              </a:spcAft>
              <a:buSzPts val="3200"/>
              <a:buNone/>
            </a:pPr>
            <a:r>
              <a:rPr b="1" lang="en-US"/>
              <a:t>Part 4 (10 minutes):</a:t>
            </a:r>
            <a:endParaRPr b="1"/>
          </a:p>
          <a:p>
            <a:pPr indent="0" lvl="0" marL="0" rtl="0" algn="l">
              <a:lnSpc>
                <a:spcPct val="100000"/>
              </a:lnSpc>
              <a:spcBef>
                <a:spcPts val="0"/>
              </a:spcBef>
              <a:spcAft>
                <a:spcPts val="0"/>
              </a:spcAft>
              <a:buSzPts val="3200"/>
              <a:buNone/>
            </a:pPr>
            <a:r>
              <a:rPr lang="en-US"/>
              <a:t>On your own, through a climate conversation you would like to have. Who is it with? What defensiveness or counterpoints might come up? How do you respond?</a:t>
            </a:r>
            <a:endParaRPr/>
          </a:p>
        </p:txBody>
      </p:sp>
      <p:sp>
        <p:nvSpPr>
          <p:cNvPr id="280" name="Google Shape;280;g3c9d1bd252f_0_15"/>
          <p:cNvSpPr txBox="1"/>
          <p:nvPr/>
        </p:nvSpPr>
        <p:spPr>
          <a:xfrm>
            <a:off x="12028" y="0"/>
            <a:ext cx="12180000" cy="461700"/>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Climate conversation group activity</a:t>
            </a:r>
            <a:endParaRPr b="1" i="1" sz="2400">
              <a:solidFill>
                <a:schemeClr val="dk1"/>
              </a:solidFill>
              <a:latin typeface="Calibri"/>
              <a:ea typeface="Calibri"/>
              <a:cs typeface="Calibri"/>
              <a:sym typeface="Calibri"/>
            </a:endParaRPr>
          </a:p>
        </p:txBody>
      </p:sp>
      <p:sp>
        <p:nvSpPr>
          <p:cNvPr id="281" name="Google Shape;281;g3c9d1bd252f_0_15"/>
          <p:cNvSpPr/>
          <p:nvPr/>
        </p:nvSpPr>
        <p:spPr>
          <a:xfrm>
            <a:off x="143925" y="2065875"/>
            <a:ext cx="11855400" cy="4727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3c9d1bd252f_0_10"/>
          <p:cNvSpPr txBox="1"/>
          <p:nvPr>
            <p:ph idx="1" type="body"/>
          </p:nvPr>
        </p:nvSpPr>
        <p:spPr>
          <a:xfrm>
            <a:off x="204775" y="666389"/>
            <a:ext cx="11794500" cy="5722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3200"/>
              <a:buNone/>
            </a:pPr>
            <a:r>
              <a:rPr b="1" lang="en-US"/>
              <a:t>Part 1 (5 minutes): </a:t>
            </a:r>
            <a:endParaRPr/>
          </a:p>
          <a:p>
            <a:pPr indent="0" lvl="0" marL="0" rtl="0" algn="l">
              <a:lnSpc>
                <a:spcPct val="100000"/>
              </a:lnSpc>
              <a:spcBef>
                <a:spcPts val="0"/>
              </a:spcBef>
              <a:spcAft>
                <a:spcPts val="0"/>
              </a:spcAft>
              <a:buSzPts val="3200"/>
              <a:buNone/>
            </a:pPr>
            <a:r>
              <a:rPr lang="en-US"/>
              <a:t>Write about a conversation you had about climate change. Who was there and what happened?</a:t>
            </a:r>
            <a:endParaRPr/>
          </a:p>
          <a:p>
            <a:pPr indent="0" lvl="0" marL="0" rtl="0" algn="l">
              <a:lnSpc>
                <a:spcPct val="100000"/>
              </a:lnSpc>
              <a:spcBef>
                <a:spcPts val="0"/>
              </a:spcBef>
              <a:spcAft>
                <a:spcPts val="0"/>
              </a:spcAft>
              <a:buSzPts val="3200"/>
              <a:buNone/>
            </a:pPr>
            <a:r>
              <a:t/>
            </a:r>
            <a:endParaRPr sz="1000"/>
          </a:p>
          <a:p>
            <a:pPr indent="0" lvl="0" marL="0" rtl="0" algn="l">
              <a:lnSpc>
                <a:spcPct val="100000"/>
              </a:lnSpc>
              <a:spcBef>
                <a:spcPts val="0"/>
              </a:spcBef>
              <a:spcAft>
                <a:spcPts val="0"/>
              </a:spcAft>
              <a:buSzPts val="3200"/>
              <a:buNone/>
            </a:pPr>
            <a:r>
              <a:rPr b="1" lang="en-US"/>
              <a:t>Part 2 (10 minutes):</a:t>
            </a:r>
            <a:endParaRPr b="1"/>
          </a:p>
          <a:p>
            <a:pPr indent="0" lvl="0" marL="0" rtl="0" algn="l">
              <a:lnSpc>
                <a:spcPct val="100000"/>
              </a:lnSpc>
              <a:spcBef>
                <a:spcPts val="0"/>
              </a:spcBef>
              <a:spcAft>
                <a:spcPts val="0"/>
              </a:spcAft>
              <a:buSzPts val="3200"/>
              <a:buNone/>
            </a:pPr>
            <a:r>
              <a:rPr lang="en-US"/>
              <a:t>Share the story of your climate conversation with your neighbors.</a:t>
            </a:r>
            <a:endParaRPr/>
          </a:p>
          <a:p>
            <a:pPr indent="0" lvl="0" marL="0" rtl="0" algn="l">
              <a:lnSpc>
                <a:spcPct val="100000"/>
              </a:lnSpc>
              <a:spcBef>
                <a:spcPts val="0"/>
              </a:spcBef>
              <a:spcAft>
                <a:spcPts val="0"/>
              </a:spcAft>
              <a:buSzPts val="3200"/>
              <a:buNone/>
            </a:pPr>
            <a:r>
              <a:t/>
            </a:r>
            <a:endParaRPr sz="1000"/>
          </a:p>
          <a:p>
            <a:pPr indent="0" lvl="0" marL="0" rtl="0" algn="l">
              <a:lnSpc>
                <a:spcPct val="100000"/>
              </a:lnSpc>
              <a:spcBef>
                <a:spcPts val="0"/>
              </a:spcBef>
              <a:spcAft>
                <a:spcPts val="0"/>
              </a:spcAft>
              <a:buSzPts val="3200"/>
              <a:buNone/>
            </a:pPr>
            <a:r>
              <a:rPr b="1" lang="en-US"/>
              <a:t>Part 3 (10 minutes): </a:t>
            </a:r>
            <a:endParaRPr b="1"/>
          </a:p>
          <a:p>
            <a:pPr indent="0" lvl="0" marL="0" rtl="0" algn="l">
              <a:lnSpc>
                <a:spcPct val="100000"/>
              </a:lnSpc>
              <a:spcBef>
                <a:spcPts val="0"/>
              </a:spcBef>
              <a:spcAft>
                <a:spcPts val="0"/>
              </a:spcAft>
              <a:buSzPts val="3200"/>
              <a:buNone/>
            </a:pPr>
            <a:r>
              <a:rPr lang="en-US"/>
              <a:t>As a group, using your increasing climate change knowledge, personal climate map observations, and climate communication strategies, what might have helped this conversation go better? Would you have said anything different?</a:t>
            </a:r>
            <a:endParaRPr/>
          </a:p>
          <a:p>
            <a:pPr indent="0" lvl="0" marL="0" rtl="0" algn="l">
              <a:lnSpc>
                <a:spcPct val="100000"/>
              </a:lnSpc>
              <a:spcBef>
                <a:spcPts val="0"/>
              </a:spcBef>
              <a:spcAft>
                <a:spcPts val="0"/>
              </a:spcAft>
              <a:buSzPts val="3200"/>
              <a:buNone/>
            </a:pPr>
            <a:r>
              <a:t/>
            </a:r>
            <a:endParaRPr sz="1000"/>
          </a:p>
          <a:p>
            <a:pPr indent="0" lvl="0" marL="0" rtl="0" algn="l">
              <a:lnSpc>
                <a:spcPct val="100000"/>
              </a:lnSpc>
              <a:spcBef>
                <a:spcPts val="0"/>
              </a:spcBef>
              <a:spcAft>
                <a:spcPts val="0"/>
              </a:spcAft>
              <a:buSzPts val="3200"/>
              <a:buNone/>
            </a:pPr>
            <a:r>
              <a:rPr b="1" lang="en-US"/>
              <a:t>Part 4 (10 minutes):</a:t>
            </a:r>
            <a:endParaRPr b="1"/>
          </a:p>
          <a:p>
            <a:pPr indent="0" lvl="0" marL="0" rtl="0" algn="l">
              <a:lnSpc>
                <a:spcPct val="100000"/>
              </a:lnSpc>
              <a:spcBef>
                <a:spcPts val="0"/>
              </a:spcBef>
              <a:spcAft>
                <a:spcPts val="0"/>
              </a:spcAft>
              <a:buSzPts val="3200"/>
              <a:buNone/>
            </a:pPr>
            <a:r>
              <a:rPr lang="en-US"/>
              <a:t>On your own, through a climate conversation you would like to have. Who is it with? What defensiveness or counterpoints might come up? How do you respond?</a:t>
            </a:r>
            <a:endParaRPr/>
          </a:p>
        </p:txBody>
      </p:sp>
      <p:sp>
        <p:nvSpPr>
          <p:cNvPr id="287" name="Google Shape;287;g3c9d1bd252f_0_10"/>
          <p:cNvSpPr txBox="1"/>
          <p:nvPr/>
        </p:nvSpPr>
        <p:spPr>
          <a:xfrm>
            <a:off x="12028" y="0"/>
            <a:ext cx="12180000" cy="461700"/>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Climate conversation group activity</a:t>
            </a:r>
            <a:endParaRPr b="1" i="1" sz="2400">
              <a:solidFill>
                <a:schemeClr val="dk1"/>
              </a:solidFill>
              <a:latin typeface="Calibri"/>
              <a:ea typeface="Calibri"/>
              <a:cs typeface="Calibri"/>
              <a:sym typeface="Calibri"/>
            </a:endParaRPr>
          </a:p>
        </p:txBody>
      </p:sp>
      <p:sp>
        <p:nvSpPr>
          <p:cNvPr id="288" name="Google Shape;288;g3c9d1bd252f_0_10"/>
          <p:cNvSpPr/>
          <p:nvPr/>
        </p:nvSpPr>
        <p:spPr>
          <a:xfrm>
            <a:off x="143925" y="3067750"/>
            <a:ext cx="11855400" cy="3725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3c9d1bd252f_0_5"/>
          <p:cNvSpPr txBox="1"/>
          <p:nvPr>
            <p:ph idx="1" type="body"/>
          </p:nvPr>
        </p:nvSpPr>
        <p:spPr>
          <a:xfrm>
            <a:off x="204775" y="666389"/>
            <a:ext cx="11794500" cy="5722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3200"/>
              <a:buNone/>
            </a:pPr>
            <a:r>
              <a:rPr b="1" lang="en-US"/>
              <a:t>Part 1 (5 minutes): </a:t>
            </a:r>
            <a:endParaRPr/>
          </a:p>
          <a:p>
            <a:pPr indent="0" lvl="0" marL="0" rtl="0" algn="l">
              <a:lnSpc>
                <a:spcPct val="100000"/>
              </a:lnSpc>
              <a:spcBef>
                <a:spcPts val="0"/>
              </a:spcBef>
              <a:spcAft>
                <a:spcPts val="0"/>
              </a:spcAft>
              <a:buSzPts val="3200"/>
              <a:buNone/>
            </a:pPr>
            <a:r>
              <a:rPr lang="en-US"/>
              <a:t>Write about a conversation you had about climate change. Who was there and what happened?</a:t>
            </a:r>
            <a:endParaRPr/>
          </a:p>
          <a:p>
            <a:pPr indent="0" lvl="0" marL="0" rtl="0" algn="l">
              <a:lnSpc>
                <a:spcPct val="100000"/>
              </a:lnSpc>
              <a:spcBef>
                <a:spcPts val="0"/>
              </a:spcBef>
              <a:spcAft>
                <a:spcPts val="0"/>
              </a:spcAft>
              <a:buSzPts val="3200"/>
              <a:buNone/>
            </a:pPr>
            <a:r>
              <a:t/>
            </a:r>
            <a:endParaRPr sz="1000"/>
          </a:p>
          <a:p>
            <a:pPr indent="0" lvl="0" marL="0" rtl="0" algn="l">
              <a:lnSpc>
                <a:spcPct val="100000"/>
              </a:lnSpc>
              <a:spcBef>
                <a:spcPts val="0"/>
              </a:spcBef>
              <a:spcAft>
                <a:spcPts val="0"/>
              </a:spcAft>
              <a:buSzPts val="3200"/>
              <a:buNone/>
            </a:pPr>
            <a:r>
              <a:rPr b="1" lang="en-US"/>
              <a:t>Part 2 (10 minutes):</a:t>
            </a:r>
            <a:endParaRPr b="1"/>
          </a:p>
          <a:p>
            <a:pPr indent="0" lvl="0" marL="0" rtl="0" algn="l">
              <a:lnSpc>
                <a:spcPct val="100000"/>
              </a:lnSpc>
              <a:spcBef>
                <a:spcPts val="0"/>
              </a:spcBef>
              <a:spcAft>
                <a:spcPts val="0"/>
              </a:spcAft>
              <a:buSzPts val="3200"/>
              <a:buNone/>
            </a:pPr>
            <a:r>
              <a:rPr lang="en-US"/>
              <a:t>Share the story of your climate conversation with your neighbors.</a:t>
            </a:r>
            <a:endParaRPr/>
          </a:p>
          <a:p>
            <a:pPr indent="0" lvl="0" marL="0" rtl="0" algn="l">
              <a:lnSpc>
                <a:spcPct val="100000"/>
              </a:lnSpc>
              <a:spcBef>
                <a:spcPts val="0"/>
              </a:spcBef>
              <a:spcAft>
                <a:spcPts val="0"/>
              </a:spcAft>
              <a:buSzPts val="3200"/>
              <a:buNone/>
            </a:pPr>
            <a:r>
              <a:t/>
            </a:r>
            <a:endParaRPr sz="1000"/>
          </a:p>
          <a:p>
            <a:pPr indent="0" lvl="0" marL="0" rtl="0" algn="l">
              <a:lnSpc>
                <a:spcPct val="100000"/>
              </a:lnSpc>
              <a:spcBef>
                <a:spcPts val="0"/>
              </a:spcBef>
              <a:spcAft>
                <a:spcPts val="0"/>
              </a:spcAft>
              <a:buSzPts val="3200"/>
              <a:buNone/>
            </a:pPr>
            <a:r>
              <a:rPr b="1" lang="en-US"/>
              <a:t>Part 3 (10 minutes): </a:t>
            </a:r>
            <a:endParaRPr b="1"/>
          </a:p>
          <a:p>
            <a:pPr indent="0" lvl="0" marL="0" rtl="0" algn="l">
              <a:lnSpc>
                <a:spcPct val="100000"/>
              </a:lnSpc>
              <a:spcBef>
                <a:spcPts val="0"/>
              </a:spcBef>
              <a:spcAft>
                <a:spcPts val="0"/>
              </a:spcAft>
              <a:buSzPts val="3200"/>
              <a:buNone/>
            </a:pPr>
            <a:r>
              <a:rPr lang="en-US"/>
              <a:t>As a group, using your increasing climate change knowledge, personal climate map observations, and climate communication strategies, what might have helped this conversation go better? Would you have said anything different?</a:t>
            </a:r>
            <a:endParaRPr/>
          </a:p>
          <a:p>
            <a:pPr indent="0" lvl="0" marL="0" rtl="0" algn="l">
              <a:lnSpc>
                <a:spcPct val="100000"/>
              </a:lnSpc>
              <a:spcBef>
                <a:spcPts val="0"/>
              </a:spcBef>
              <a:spcAft>
                <a:spcPts val="0"/>
              </a:spcAft>
              <a:buSzPts val="3200"/>
              <a:buNone/>
            </a:pPr>
            <a:r>
              <a:t/>
            </a:r>
            <a:endParaRPr sz="1000"/>
          </a:p>
          <a:p>
            <a:pPr indent="0" lvl="0" marL="0" rtl="0" algn="l">
              <a:lnSpc>
                <a:spcPct val="100000"/>
              </a:lnSpc>
              <a:spcBef>
                <a:spcPts val="0"/>
              </a:spcBef>
              <a:spcAft>
                <a:spcPts val="0"/>
              </a:spcAft>
              <a:buSzPts val="3200"/>
              <a:buNone/>
            </a:pPr>
            <a:r>
              <a:rPr b="1" lang="en-US"/>
              <a:t>Part 4 (10 minutes):</a:t>
            </a:r>
            <a:endParaRPr b="1"/>
          </a:p>
          <a:p>
            <a:pPr indent="0" lvl="0" marL="0" rtl="0" algn="l">
              <a:lnSpc>
                <a:spcPct val="100000"/>
              </a:lnSpc>
              <a:spcBef>
                <a:spcPts val="0"/>
              </a:spcBef>
              <a:spcAft>
                <a:spcPts val="0"/>
              </a:spcAft>
              <a:buSzPts val="3200"/>
              <a:buNone/>
            </a:pPr>
            <a:r>
              <a:rPr lang="en-US"/>
              <a:t>On your own, through a climate conversation you would like to have. Who is it with? What defensiveness or counterpoints might come up? How do you respond?</a:t>
            </a:r>
            <a:endParaRPr/>
          </a:p>
        </p:txBody>
      </p:sp>
      <p:sp>
        <p:nvSpPr>
          <p:cNvPr id="294" name="Google Shape;294;g3c9d1bd252f_0_5"/>
          <p:cNvSpPr txBox="1"/>
          <p:nvPr/>
        </p:nvSpPr>
        <p:spPr>
          <a:xfrm>
            <a:off x="12028" y="0"/>
            <a:ext cx="12180000" cy="461700"/>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Climate conversation group activity</a:t>
            </a:r>
            <a:endParaRPr b="1" i="1" sz="2400">
              <a:solidFill>
                <a:schemeClr val="dk1"/>
              </a:solidFill>
              <a:latin typeface="Calibri"/>
              <a:ea typeface="Calibri"/>
              <a:cs typeface="Calibri"/>
              <a:sym typeface="Calibri"/>
            </a:endParaRPr>
          </a:p>
        </p:txBody>
      </p:sp>
      <p:sp>
        <p:nvSpPr>
          <p:cNvPr id="295" name="Google Shape;295;g3c9d1bd252f_0_5"/>
          <p:cNvSpPr/>
          <p:nvPr/>
        </p:nvSpPr>
        <p:spPr>
          <a:xfrm>
            <a:off x="143925" y="5029200"/>
            <a:ext cx="11855400" cy="1764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g3c834546b9a_0_121"/>
          <p:cNvSpPr txBox="1"/>
          <p:nvPr>
            <p:ph idx="1" type="body"/>
          </p:nvPr>
        </p:nvSpPr>
        <p:spPr>
          <a:xfrm>
            <a:off x="204775" y="666389"/>
            <a:ext cx="11794500" cy="5722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3200"/>
              <a:buNone/>
            </a:pPr>
            <a:r>
              <a:rPr b="1" lang="en-US"/>
              <a:t>Part 1 (5 minutes): </a:t>
            </a:r>
            <a:endParaRPr/>
          </a:p>
          <a:p>
            <a:pPr indent="0" lvl="0" marL="0" rtl="0" algn="l">
              <a:lnSpc>
                <a:spcPct val="100000"/>
              </a:lnSpc>
              <a:spcBef>
                <a:spcPts val="0"/>
              </a:spcBef>
              <a:spcAft>
                <a:spcPts val="0"/>
              </a:spcAft>
              <a:buSzPts val="3200"/>
              <a:buNone/>
            </a:pPr>
            <a:r>
              <a:rPr lang="en-US"/>
              <a:t>Write about a conversation you had about climate change. Who was there and what happened?</a:t>
            </a:r>
            <a:endParaRPr/>
          </a:p>
          <a:p>
            <a:pPr indent="0" lvl="0" marL="0" rtl="0" algn="l">
              <a:lnSpc>
                <a:spcPct val="100000"/>
              </a:lnSpc>
              <a:spcBef>
                <a:spcPts val="0"/>
              </a:spcBef>
              <a:spcAft>
                <a:spcPts val="0"/>
              </a:spcAft>
              <a:buSzPts val="3200"/>
              <a:buNone/>
            </a:pPr>
            <a:r>
              <a:t/>
            </a:r>
            <a:endParaRPr sz="1000"/>
          </a:p>
          <a:p>
            <a:pPr indent="0" lvl="0" marL="0" rtl="0" algn="l">
              <a:lnSpc>
                <a:spcPct val="100000"/>
              </a:lnSpc>
              <a:spcBef>
                <a:spcPts val="0"/>
              </a:spcBef>
              <a:spcAft>
                <a:spcPts val="0"/>
              </a:spcAft>
              <a:buSzPts val="3200"/>
              <a:buNone/>
            </a:pPr>
            <a:r>
              <a:rPr b="1" lang="en-US"/>
              <a:t>Part 2 (10 minutes):</a:t>
            </a:r>
            <a:endParaRPr b="1"/>
          </a:p>
          <a:p>
            <a:pPr indent="0" lvl="0" marL="0" rtl="0" algn="l">
              <a:lnSpc>
                <a:spcPct val="100000"/>
              </a:lnSpc>
              <a:spcBef>
                <a:spcPts val="0"/>
              </a:spcBef>
              <a:spcAft>
                <a:spcPts val="0"/>
              </a:spcAft>
              <a:buClr>
                <a:schemeClr val="dk1"/>
              </a:buClr>
              <a:buSzPts val="3200"/>
              <a:buFont typeface="Arial"/>
              <a:buNone/>
            </a:pPr>
            <a:r>
              <a:rPr lang="en-US"/>
              <a:t>Share the story of your climate conversation with your neighbors.</a:t>
            </a:r>
            <a:endParaRPr/>
          </a:p>
          <a:p>
            <a:pPr indent="0" lvl="0" marL="0" rtl="0" algn="l">
              <a:lnSpc>
                <a:spcPct val="100000"/>
              </a:lnSpc>
              <a:spcBef>
                <a:spcPts val="0"/>
              </a:spcBef>
              <a:spcAft>
                <a:spcPts val="0"/>
              </a:spcAft>
              <a:buSzPts val="3200"/>
              <a:buNone/>
            </a:pPr>
            <a:r>
              <a:t/>
            </a:r>
            <a:endParaRPr sz="1000"/>
          </a:p>
          <a:p>
            <a:pPr indent="0" lvl="0" marL="0" rtl="0" algn="l">
              <a:lnSpc>
                <a:spcPct val="100000"/>
              </a:lnSpc>
              <a:spcBef>
                <a:spcPts val="0"/>
              </a:spcBef>
              <a:spcAft>
                <a:spcPts val="0"/>
              </a:spcAft>
              <a:buSzPts val="3200"/>
              <a:buNone/>
            </a:pPr>
            <a:r>
              <a:rPr b="1" lang="en-US"/>
              <a:t>Part 3 (10 minutes): </a:t>
            </a:r>
            <a:endParaRPr b="1"/>
          </a:p>
          <a:p>
            <a:pPr indent="0" lvl="0" marL="0" rtl="0" algn="l">
              <a:lnSpc>
                <a:spcPct val="100000"/>
              </a:lnSpc>
              <a:spcBef>
                <a:spcPts val="0"/>
              </a:spcBef>
              <a:spcAft>
                <a:spcPts val="0"/>
              </a:spcAft>
              <a:buSzPts val="3200"/>
              <a:buNone/>
            </a:pPr>
            <a:r>
              <a:rPr lang="en-US"/>
              <a:t>As a group, using your increasing climate change knowledge, personal climate map observations, and climate communication strategies, what might have helped this conversation go better? Would you have said anything different?</a:t>
            </a:r>
            <a:endParaRPr/>
          </a:p>
          <a:p>
            <a:pPr indent="0" lvl="0" marL="0" rtl="0" algn="l">
              <a:lnSpc>
                <a:spcPct val="100000"/>
              </a:lnSpc>
              <a:spcBef>
                <a:spcPts val="0"/>
              </a:spcBef>
              <a:spcAft>
                <a:spcPts val="0"/>
              </a:spcAft>
              <a:buSzPts val="3200"/>
              <a:buNone/>
            </a:pPr>
            <a:r>
              <a:t/>
            </a:r>
            <a:endParaRPr sz="1000"/>
          </a:p>
          <a:p>
            <a:pPr indent="0" lvl="0" marL="0" rtl="0" algn="l">
              <a:lnSpc>
                <a:spcPct val="100000"/>
              </a:lnSpc>
              <a:spcBef>
                <a:spcPts val="0"/>
              </a:spcBef>
              <a:spcAft>
                <a:spcPts val="0"/>
              </a:spcAft>
              <a:buSzPts val="3200"/>
              <a:buNone/>
            </a:pPr>
            <a:r>
              <a:rPr b="1" lang="en-US"/>
              <a:t>Part 4 (10 minutes):</a:t>
            </a:r>
            <a:endParaRPr b="1"/>
          </a:p>
          <a:p>
            <a:pPr indent="0" lvl="0" marL="0" rtl="0" algn="l">
              <a:lnSpc>
                <a:spcPct val="100000"/>
              </a:lnSpc>
              <a:spcBef>
                <a:spcPts val="0"/>
              </a:spcBef>
              <a:spcAft>
                <a:spcPts val="0"/>
              </a:spcAft>
              <a:buSzPts val="3200"/>
              <a:buNone/>
            </a:pPr>
            <a:r>
              <a:rPr lang="en-US"/>
              <a:t>On your own, think through a climate conversation you would like to have. Who is it with? What defensiveness or counterpoints might come up? How do you respond?</a:t>
            </a:r>
            <a:endParaRPr/>
          </a:p>
        </p:txBody>
      </p:sp>
      <p:sp>
        <p:nvSpPr>
          <p:cNvPr id="301" name="Google Shape;301;g3c834546b9a_0_121"/>
          <p:cNvSpPr txBox="1"/>
          <p:nvPr/>
        </p:nvSpPr>
        <p:spPr>
          <a:xfrm>
            <a:off x="12028" y="0"/>
            <a:ext cx="12180000" cy="461700"/>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Climate conversation group activity</a:t>
            </a:r>
            <a:endParaRPr b="1" i="1" sz="24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2024-09-15T17:38:41Z</dcterms:created>
  <dc:creator>Steven</dc:creator>
</cp:coreProperties>
</file>